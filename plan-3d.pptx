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74" r:id="rId3"/>
    <p:sldId id="271" r:id="rId4"/>
    <p:sldId id="270" r:id="rId5"/>
    <p:sldId id="269" r:id="rId6"/>
    <p:sldId id="272" r:id="rId7"/>
    <p:sldId id="267" r:id="rId8"/>
    <p:sldId id="266" r:id="rId9"/>
    <p:sldId id="265" r:id="rId10"/>
    <p:sldId id="263" r:id="rId11"/>
    <p:sldId id="262" r:id="rId12"/>
    <p:sldId id="259" r:id="rId13"/>
    <p:sldId id="260" r:id="rId14"/>
    <p:sldId id="257" r:id="rId15"/>
    <p:sldId id="258" r:id="rId16"/>
    <p:sldId id="261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D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5226" autoAdjust="0"/>
  </p:normalViewPr>
  <p:slideViewPr>
    <p:cSldViewPr snapToGrid="0">
      <p:cViewPr>
        <p:scale>
          <a:sx n="100" d="100"/>
          <a:sy n="100" d="100"/>
        </p:scale>
        <p:origin x="235" y="1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F1C55-0598-4DE2-80D3-72824C0FF3CB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04CC2-0245-4E06-BF56-8EE19E756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6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97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5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28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98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68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9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52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82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78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50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04CC2-0245-4E06-BF56-8EE19E756A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1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2383-C0FD-4DB7-B66F-10ACA3B7F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DC020-F624-4ACB-88FE-F46553983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9C916-C6F5-45D7-914A-EEFC9E02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76D7-8BFC-4768-9211-7DD67ED9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278BF-0875-406B-A534-6AA390D2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1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A7C1-F032-46AC-9304-7129ABCD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49CC-1E2C-48DA-93D3-ADEFE286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2F6C6-419C-4BA6-8D4F-169F5900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DB246-4595-4B06-879F-454AA2E6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91800-89C1-4634-A988-179D97D1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6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E2E4-DB4D-4A67-AD3B-8CBA6480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AB172-00EE-476E-9126-AC4A4B003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987F-8EA7-4CE6-BC32-BC640036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21233-BD29-42BE-A983-E114BD6D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58247-7E37-45D7-8C6E-673DA47F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B2DB-3623-46E6-B306-B5A52774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1216-E0FB-4716-8346-828C7D777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EF063-3D47-4BAA-A8B5-CEC8C67FE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DD93D-2135-4D0E-8903-A7557B58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BB0AD-4706-42F4-AC42-5C4191C7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83AB9-04E3-444F-98E0-7CA030F1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2D61-2F6B-4592-BCFE-4D14BD8F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5DAC-C8EE-4888-917F-0679AF552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D30E7-37B0-4F0A-99F7-E2895A6C5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E69D5-12BB-4F4F-9648-91FE8C72B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05C5-FA01-41FE-8998-3021A4CC1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FC6ED-FCD0-4FE9-98EF-AFB7C524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3ED6C-51D6-476E-87E8-3A66BF05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ACAA9-4E37-4E31-958A-284109A3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1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9251-109C-4D56-B8D7-35BF8F0B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7F19E-3731-4624-B78D-F7504E7A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ED357-0DD3-4DD6-92BF-13ABAC14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AD62E-BB52-46C2-8FF0-6C926D53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0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086D8-8537-4049-B155-109FB4A2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FD077-C009-4761-A05D-87A87630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62DA4-F3E1-42FD-8EFE-2B8E0804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1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10E8-428E-43BF-B820-E59F09873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BB82-F49B-40A0-964B-292DB42B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CA56-03B2-4EF7-8C17-A9D458A4C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17E62-830C-4BCE-9920-A236CB98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39474-B10B-4372-8BAE-9C843FC0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EFAD2-6314-417B-99ED-2B4EB25E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7A97-E253-43A5-A398-346B1D45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EABD1-5B3A-496B-A780-CD2C44D3F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42371-99A4-4A5D-B430-63E2D6441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40C6F-5ACC-4116-AB2D-D60E9183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B1BC4-8BBC-4352-80F9-86DA8F0F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53C1C-BAC6-40E8-B3C0-019C1601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2489-2A22-4891-AA5E-739A604A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586A-DD6C-4A6A-925D-4B71C050B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4A38-2812-4413-AEA1-5E8F4784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72C6F-8FBF-4DC0-86F1-61B6717D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97C42-E084-4840-8DE4-19F6A900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FB518-1C55-4A53-8803-E01136111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8BFC9-16F1-4E29-A81B-B14036A36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712E-E17D-4FDA-BDB3-B04B018B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D809-4AD7-4E9D-8ACD-4E8705D4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B4791-DC28-447F-BE26-E1C49983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3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AE43E-67E2-4EB6-9AFC-84A73D6D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4DF3D-E835-4597-AC60-A01A87F4B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57100-A540-4227-A0FE-7F9C8AA0A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019FB-75AE-4613-A3F1-4DE1F4EA85EA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BED7-42C0-49E6-B94A-52BC5F6AD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8245F-96A3-42BB-B969-E77BEAD5E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E59C5-3B6B-46AC-9977-305F1FC81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67071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07638"/>
            <a:ext cx="0" cy="15083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786645" y="3739085"/>
            <a:ext cx="3255765" cy="137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2316995" y="2171965"/>
            <a:ext cx="1580194" cy="1093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9210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0656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84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0629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0656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0629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948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165591" y="1416828"/>
            <a:ext cx="0" cy="188701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162293" y="2911342"/>
            <a:ext cx="1570709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168890" y="2936290"/>
            <a:ext cx="153352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E793CB-DA31-4B40-82A1-71F7A825CA1C}"/>
              </a:ext>
            </a:extLst>
          </p:cNvPr>
          <p:cNvGrpSpPr/>
          <p:nvPr/>
        </p:nvGrpSpPr>
        <p:grpSpPr>
          <a:xfrm>
            <a:off x="472902" y="2194218"/>
            <a:ext cx="1841728" cy="1557892"/>
            <a:chOff x="297915" y="2239761"/>
            <a:chExt cx="2365471" cy="15578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5B0E3B5-798A-4E22-8756-F15A52D35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6602" y="2365229"/>
              <a:ext cx="1578" cy="142628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99F9CF-5974-4CB0-AF6E-8C3E63A85494}"/>
                </a:ext>
              </a:extLst>
            </p:cNvPr>
            <p:cNvCxnSpPr>
              <a:cxnSpLocks/>
            </p:cNvCxnSpPr>
            <p:nvPr/>
          </p:nvCxnSpPr>
          <p:spPr>
            <a:xfrm>
              <a:off x="2180527" y="2244645"/>
              <a:ext cx="476074" cy="12058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73D5EB-8761-4CC8-8307-78B8BFD57D8B}"/>
                </a:ext>
              </a:extLst>
            </p:cNvPr>
            <p:cNvCxnSpPr>
              <a:cxnSpLocks/>
            </p:cNvCxnSpPr>
            <p:nvPr/>
          </p:nvCxnSpPr>
          <p:spPr>
            <a:xfrm>
              <a:off x="2179042" y="3581644"/>
              <a:ext cx="484344" cy="2160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C1B98D9-7920-4EB9-96DA-E896FD05BF89}"/>
                </a:ext>
              </a:extLst>
            </p:cNvPr>
            <p:cNvCxnSpPr>
              <a:cxnSpLocks/>
            </p:cNvCxnSpPr>
            <p:nvPr/>
          </p:nvCxnSpPr>
          <p:spPr>
            <a:xfrm>
              <a:off x="297915" y="3664464"/>
              <a:ext cx="408100" cy="11822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9F305-E98F-4C24-8536-D582FA243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410" y="2239761"/>
              <a:ext cx="1878117" cy="20687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94AD-285E-436E-95B4-CE08088C9194}"/>
                </a:ext>
              </a:extLst>
            </p:cNvPr>
            <p:cNvCxnSpPr>
              <a:cxnSpLocks/>
            </p:cNvCxnSpPr>
            <p:nvPr/>
          </p:nvCxnSpPr>
          <p:spPr>
            <a:xfrm>
              <a:off x="302410" y="2446636"/>
              <a:ext cx="0" cy="12182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CDE03E-53D6-46A8-A218-C865CDD8E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410" y="3576785"/>
              <a:ext cx="1878117" cy="881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6D9EF5-B479-4B9F-AC5F-47FC2D1FD3EF}"/>
                </a:ext>
              </a:extLst>
            </p:cNvPr>
            <p:cNvCxnSpPr>
              <a:cxnSpLocks/>
            </p:cNvCxnSpPr>
            <p:nvPr/>
          </p:nvCxnSpPr>
          <p:spPr>
            <a:xfrm>
              <a:off x="2180527" y="2239761"/>
              <a:ext cx="0" cy="133702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7" name="Group 1446">
              <a:extLst>
                <a:ext uri="{FF2B5EF4-FFF2-40B4-BE49-F238E27FC236}">
                  <a16:creationId xmlns:a16="http://schemas.microsoft.com/office/drawing/2014/main" id="{BE6F2A9E-C423-4D75-8D5F-3C7851CF0808}"/>
                </a:ext>
              </a:extLst>
            </p:cNvPr>
            <p:cNvGrpSpPr/>
            <p:nvPr/>
          </p:nvGrpSpPr>
          <p:grpSpPr>
            <a:xfrm>
              <a:off x="431800" y="2369194"/>
              <a:ext cx="1668780" cy="1153137"/>
              <a:chOff x="417222" y="2454784"/>
              <a:chExt cx="1770414" cy="1260396"/>
            </a:xfrm>
            <a:noFill/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1CE70E4-3E8C-4AA8-A6C2-4ED66FAD34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7222" y="2458629"/>
                <a:ext cx="1770414" cy="206873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8939C87-6BB1-4B75-915E-E53A983523B3}"/>
                  </a:ext>
                </a:extLst>
              </p:cNvPr>
              <p:cNvCxnSpPr/>
              <p:nvPr/>
            </p:nvCxnSpPr>
            <p:spPr>
              <a:xfrm>
                <a:off x="417225" y="2665501"/>
                <a:ext cx="0" cy="1049679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DD4FB86-5B58-43BB-8AAA-34C4CC167E7B}"/>
                  </a:ext>
                </a:extLst>
              </p:cNvPr>
              <p:cNvCxnSpPr/>
              <p:nvPr/>
            </p:nvCxnSpPr>
            <p:spPr>
              <a:xfrm flipV="1">
                <a:off x="417225" y="3642405"/>
                <a:ext cx="1770411" cy="72775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8B9861A-EC7D-4D5A-BA48-12BBB830C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7635" y="2458628"/>
                <a:ext cx="0" cy="1183778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571E1E9-788B-4E1F-BF24-94E28F47DEEF}"/>
                  </a:ext>
                </a:extLst>
              </p:cNvPr>
              <p:cNvSpPr/>
              <p:nvPr/>
            </p:nvSpPr>
            <p:spPr>
              <a:xfrm>
                <a:off x="1544483" y="2528847"/>
                <a:ext cx="34667" cy="1142044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B240815-83B9-4B7C-ACD5-2E5971ACB80F}"/>
                  </a:ext>
                </a:extLst>
              </p:cNvPr>
              <p:cNvSpPr/>
              <p:nvPr/>
            </p:nvSpPr>
            <p:spPr>
              <a:xfrm>
                <a:off x="1609236" y="2528847"/>
                <a:ext cx="34667" cy="1142044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30D004C-9440-4E0B-95EF-88C6134CAEAE}"/>
                  </a:ext>
                </a:extLst>
              </p:cNvPr>
              <p:cNvSpPr/>
              <p:nvPr/>
            </p:nvSpPr>
            <p:spPr>
              <a:xfrm>
                <a:off x="2127259" y="2454784"/>
                <a:ext cx="34667" cy="1183777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ABFE7D6-9D88-4057-9461-1AE9892B7F64}"/>
                  </a:ext>
                </a:extLst>
              </p:cNvPr>
              <p:cNvSpPr/>
              <p:nvPr/>
            </p:nvSpPr>
            <p:spPr>
              <a:xfrm>
                <a:off x="2062508" y="2476236"/>
                <a:ext cx="37393" cy="117282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DE2A4FD-28C2-46AE-85F6-292F8DDCE9DE}"/>
                  </a:ext>
                </a:extLst>
              </p:cNvPr>
              <p:cNvSpPr/>
              <p:nvPr/>
            </p:nvSpPr>
            <p:spPr>
              <a:xfrm>
                <a:off x="1997755" y="2476234"/>
                <a:ext cx="37393" cy="117637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315A26A-3956-4627-B27C-6C7A19B9E3EB}"/>
                  </a:ext>
                </a:extLst>
              </p:cNvPr>
              <p:cNvSpPr/>
              <p:nvPr/>
            </p:nvSpPr>
            <p:spPr>
              <a:xfrm>
                <a:off x="1933003" y="2492676"/>
                <a:ext cx="34667" cy="116506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BBFE669-2CF0-4844-BA5D-D80E34E942F0}"/>
                  </a:ext>
                </a:extLst>
              </p:cNvPr>
              <p:cNvSpPr/>
              <p:nvPr/>
            </p:nvSpPr>
            <p:spPr>
              <a:xfrm>
                <a:off x="1738742" y="2504184"/>
                <a:ext cx="34667" cy="1153554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E0CB02C-0FC1-466D-9F7E-85CF020582CF}"/>
                  </a:ext>
                </a:extLst>
              </p:cNvPr>
              <p:cNvSpPr/>
              <p:nvPr/>
            </p:nvSpPr>
            <p:spPr>
              <a:xfrm>
                <a:off x="1673989" y="2517338"/>
                <a:ext cx="37393" cy="1145907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251A28A-168D-4493-90B9-CD2AA6028232}"/>
                  </a:ext>
                </a:extLst>
              </p:cNvPr>
              <p:cNvSpPr/>
              <p:nvPr/>
            </p:nvSpPr>
            <p:spPr>
              <a:xfrm>
                <a:off x="1868249" y="2492675"/>
                <a:ext cx="34667" cy="116506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CCD73B5-1737-447F-9E9C-7892014BCD61}"/>
                  </a:ext>
                </a:extLst>
              </p:cNvPr>
              <p:cNvSpPr/>
              <p:nvPr/>
            </p:nvSpPr>
            <p:spPr>
              <a:xfrm>
                <a:off x="1479728" y="2542001"/>
                <a:ext cx="37393" cy="1131885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466A54A-B90E-4EFD-9B3F-E6853FF78DE7}"/>
                  </a:ext>
                </a:extLst>
              </p:cNvPr>
              <p:cNvSpPr/>
              <p:nvPr/>
            </p:nvSpPr>
            <p:spPr>
              <a:xfrm>
                <a:off x="1803496" y="2504184"/>
                <a:ext cx="34667" cy="1153554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791BCF9-F5D0-4D1F-9561-38F8474439F3}"/>
                  </a:ext>
                </a:extLst>
              </p:cNvPr>
              <p:cNvSpPr/>
              <p:nvPr/>
            </p:nvSpPr>
            <p:spPr>
              <a:xfrm>
                <a:off x="1091210" y="2588876"/>
                <a:ext cx="34667" cy="1095168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C20F115-05C8-40BF-9BF6-088559614471}"/>
                  </a:ext>
                </a:extLst>
              </p:cNvPr>
              <p:cNvSpPr/>
              <p:nvPr/>
            </p:nvSpPr>
            <p:spPr>
              <a:xfrm>
                <a:off x="1414976" y="2542000"/>
                <a:ext cx="34667" cy="1128891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F1FB538-53EC-42AE-AC58-D833F758AAD4}"/>
                  </a:ext>
                </a:extLst>
              </p:cNvPr>
              <p:cNvSpPr/>
              <p:nvPr/>
            </p:nvSpPr>
            <p:spPr>
              <a:xfrm>
                <a:off x="1026456" y="2588876"/>
                <a:ext cx="34667" cy="1095168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5DCCBC6-F7A0-4910-B379-9884470093DB}"/>
                  </a:ext>
                </a:extLst>
              </p:cNvPr>
              <p:cNvSpPr/>
              <p:nvPr/>
            </p:nvSpPr>
            <p:spPr>
              <a:xfrm>
                <a:off x="1350222" y="2560085"/>
                <a:ext cx="37393" cy="1117347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B6EE128-9DCF-4145-8279-9EF986FFD415}"/>
                  </a:ext>
                </a:extLst>
              </p:cNvPr>
              <p:cNvSpPr/>
              <p:nvPr/>
            </p:nvSpPr>
            <p:spPr>
              <a:xfrm>
                <a:off x="961703" y="2597883"/>
                <a:ext cx="34667" cy="1095169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739E133-F9AF-4000-B3F2-47220F384C4C}"/>
                  </a:ext>
                </a:extLst>
              </p:cNvPr>
              <p:cNvSpPr/>
              <p:nvPr/>
            </p:nvSpPr>
            <p:spPr>
              <a:xfrm>
                <a:off x="1285469" y="2560084"/>
                <a:ext cx="34667" cy="112396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A45A987-23E7-4CF8-A07B-49C0BBF9002D}"/>
                  </a:ext>
                </a:extLst>
              </p:cNvPr>
              <p:cNvSpPr/>
              <p:nvPr/>
            </p:nvSpPr>
            <p:spPr>
              <a:xfrm>
                <a:off x="896949" y="2611053"/>
                <a:ext cx="37393" cy="1087661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1177467-6F68-4CA3-93AE-8DD08DB06554}"/>
                  </a:ext>
                </a:extLst>
              </p:cNvPr>
              <p:cNvSpPr/>
              <p:nvPr/>
            </p:nvSpPr>
            <p:spPr>
              <a:xfrm>
                <a:off x="1220716" y="2571594"/>
                <a:ext cx="34667" cy="111245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A312A63-302A-471B-A310-18F58E0C7B43}"/>
                  </a:ext>
                </a:extLst>
              </p:cNvPr>
              <p:cNvSpPr/>
              <p:nvPr/>
            </p:nvSpPr>
            <p:spPr>
              <a:xfrm>
                <a:off x="832196" y="2611053"/>
                <a:ext cx="38736" cy="1090405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5AE6A30-DC31-4D6D-B5AB-78EF50F6A67D}"/>
                  </a:ext>
                </a:extLst>
              </p:cNvPr>
              <p:cNvSpPr/>
              <p:nvPr/>
            </p:nvSpPr>
            <p:spPr>
              <a:xfrm>
                <a:off x="1155962" y="2571594"/>
                <a:ext cx="34667" cy="111245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E928AD9-F1AA-4766-9CF4-35C4F381904D}"/>
                  </a:ext>
                </a:extLst>
              </p:cNvPr>
              <p:cNvSpPr/>
              <p:nvPr/>
            </p:nvSpPr>
            <p:spPr>
              <a:xfrm>
                <a:off x="443676" y="2664931"/>
                <a:ext cx="34667" cy="1049679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87CC19A-1557-47A9-AC5D-B42FFC561BE8}"/>
                  </a:ext>
                </a:extLst>
              </p:cNvPr>
              <p:cNvSpPr/>
              <p:nvPr/>
            </p:nvSpPr>
            <p:spPr>
              <a:xfrm>
                <a:off x="637935" y="2635715"/>
                <a:ext cx="37393" cy="107009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DC18E62-57D2-4ED5-8A4A-208F05EBB044}"/>
                  </a:ext>
                </a:extLst>
              </p:cNvPr>
              <p:cNvSpPr/>
              <p:nvPr/>
            </p:nvSpPr>
            <p:spPr>
              <a:xfrm>
                <a:off x="508430" y="2653800"/>
                <a:ext cx="36049" cy="106081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6524263-F43D-44FD-8108-DAEA56CC0AFA}"/>
                  </a:ext>
                </a:extLst>
              </p:cNvPr>
              <p:cNvSpPr/>
              <p:nvPr/>
            </p:nvSpPr>
            <p:spPr>
              <a:xfrm>
                <a:off x="702689" y="2624206"/>
                <a:ext cx="34667" cy="107725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576516A-5CC2-4991-AA8A-ECFBD2C83920}"/>
                  </a:ext>
                </a:extLst>
              </p:cNvPr>
              <p:cNvSpPr/>
              <p:nvPr/>
            </p:nvSpPr>
            <p:spPr>
              <a:xfrm>
                <a:off x="573182" y="2645579"/>
                <a:ext cx="37393" cy="1060228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0908B23-E51B-4A8D-8946-AA111547324A}"/>
                  </a:ext>
                </a:extLst>
              </p:cNvPr>
              <p:cNvSpPr/>
              <p:nvPr/>
            </p:nvSpPr>
            <p:spPr>
              <a:xfrm>
                <a:off x="767443" y="2624206"/>
                <a:ext cx="34667" cy="1077252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48" name="Straight Connector 1447">
              <a:extLst>
                <a:ext uri="{FF2B5EF4-FFF2-40B4-BE49-F238E27FC236}">
                  <a16:creationId xmlns:a16="http://schemas.microsoft.com/office/drawing/2014/main" id="{42EC172E-164A-4A8D-95FE-D846C2684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831" y="2324501"/>
              <a:ext cx="1729494" cy="192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2" name="Straight Connector 1451">
              <a:extLst>
                <a:ext uri="{FF2B5EF4-FFF2-40B4-BE49-F238E27FC236}">
                  <a16:creationId xmlns:a16="http://schemas.microsoft.com/office/drawing/2014/main" id="{CE9DB1E4-C8FD-467D-832F-C79E01501B97}"/>
                </a:ext>
              </a:extLst>
            </p:cNvPr>
            <p:cNvCxnSpPr>
              <a:cxnSpLocks/>
            </p:cNvCxnSpPr>
            <p:nvPr/>
          </p:nvCxnSpPr>
          <p:spPr>
            <a:xfrm>
              <a:off x="2099912" y="2313017"/>
              <a:ext cx="0" cy="114248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5" name="Straight Connector 1454">
              <a:extLst>
                <a:ext uri="{FF2B5EF4-FFF2-40B4-BE49-F238E27FC236}">
                  <a16:creationId xmlns:a16="http://schemas.microsoft.com/office/drawing/2014/main" id="{0B2BAD4A-F76B-486D-BBF2-D6B55AEAC81B}"/>
                </a:ext>
              </a:extLst>
            </p:cNvPr>
            <p:cNvCxnSpPr>
              <a:cxnSpLocks/>
            </p:cNvCxnSpPr>
            <p:nvPr/>
          </p:nvCxnSpPr>
          <p:spPr>
            <a:xfrm>
              <a:off x="376831" y="2514808"/>
              <a:ext cx="0" cy="100700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Straight Connector 1457">
              <a:extLst>
                <a:ext uri="{FF2B5EF4-FFF2-40B4-BE49-F238E27FC236}">
                  <a16:creationId xmlns:a16="http://schemas.microsoft.com/office/drawing/2014/main" id="{E77A7AE5-54A8-4C35-AA94-4584FD1C789A}"/>
                </a:ext>
              </a:extLst>
            </p:cNvPr>
            <p:cNvCxnSpPr>
              <a:cxnSpLocks/>
            </p:cNvCxnSpPr>
            <p:nvPr/>
          </p:nvCxnSpPr>
          <p:spPr>
            <a:xfrm>
              <a:off x="376831" y="2514808"/>
              <a:ext cx="54969" cy="46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Straight Connector 1459">
              <a:extLst>
                <a:ext uri="{FF2B5EF4-FFF2-40B4-BE49-F238E27FC236}">
                  <a16:creationId xmlns:a16="http://schemas.microsoft.com/office/drawing/2014/main" id="{D6E00697-6A1D-4F5C-8ECD-E62C0CCCE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384" y="3453698"/>
              <a:ext cx="1725163" cy="6902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7629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479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158280" y="2993361"/>
            <a:ext cx="1544984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168890" y="3067050"/>
            <a:ext cx="1533525" cy="628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172903" y="3127482"/>
            <a:ext cx="1529512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168890" y="3192780"/>
            <a:ext cx="1533525" cy="601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168890" y="3246120"/>
            <a:ext cx="1535430" cy="590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5E2DC1EC-3817-4E71-8F82-2A730D1E200F}"/>
              </a:ext>
            </a:extLst>
          </p:cNvPr>
          <p:cNvCxnSpPr>
            <a:cxnSpLocks/>
          </p:cNvCxnSpPr>
          <p:nvPr/>
        </p:nvCxnSpPr>
        <p:spPr>
          <a:xfrm flipV="1">
            <a:off x="10104651" y="1394460"/>
            <a:ext cx="0" cy="19157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1596" y="3305175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00014AFB-02F0-4068-8BF3-69DE4874F8F0}"/>
              </a:ext>
            </a:extLst>
          </p:cNvPr>
          <p:cNvGrpSpPr/>
          <p:nvPr/>
        </p:nvGrpSpPr>
        <p:grpSpPr>
          <a:xfrm>
            <a:off x="9453663" y="1265717"/>
            <a:ext cx="321625" cy="3785450"/>
            <a:chOff x="12799502" y="2337182"/>
            <a:chExt cx="263757" cy="3591015"/>
          </a:xfrm>
        </p:grpSpPr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EF72030-3052-4D15-814E-30107C05C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735" y="2427280"/>
              <a:ext cx="0" cy="344068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6D850054-4DCF-414E-BC9A-768F4F0E84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63206" y="2410234"/>
              <a:ext cx="0" cy="347372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276860BA-22C0-40FF-8975-CFBE109E9566}"/>
                </a:ext>
              </a:extLst>
            </p:cNvPr>
            <p:cNvCxnSpPr>
              <a:cxnSpLocks/>
            </p:cNvCxnSpPr>
            <p:nvPr/>
          </p:nvCxnSpPr>
          <p:spPr>
            <a:xfrm>
              <a:off x="12799502" y="2337182"/>
              <a:ext cx="263757" cy="7305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C3D0E597-ABC9-48A0-811D-414A7D696421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036" y="3520314"/>
              <a:ext cx="161592" cy="2585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B5C56675-D05E-46C3-8322-49C6C106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2860016" y="4239360"/>
              <a:ext cx="158612" cy="527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061CA5D-7CBE-41CE-BFF2-C6B52925A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4547" y="4839670"/>
              <a:ext cx="145017" cy="240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06906A8B-0009-4A65-9BC7-699296F27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0016" y="5382283"/>
              <a:ext cx="158612" cy="2491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80A2F5EC-9AA1-44F7-84A4-BDE78E282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4415" y="2455960"/>
              <a:ext cx="0" cy="3381514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590396F3-078D-4984-968B-5DC862225B3A}"/>
                </a:ext>
              </a:extLst>
            </p:cNvPr>
            <p:cNvCxnSpPr>
              <a:cxnSpLocks/>
            </p:cNvCxnSpPr>
            <p:nvPr/>
          </p:nvCxnSpPr>
          <p:spPr>
            <a:xfrm>
              <a:off x="12849708" y="2869864"/>
              <a:ext cx="164708" cy="2784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01A2F67-D748-4511-B4D3-3BFC7005D188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353" y="2423349"/>
              <a:ext cx="157062" cy="341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4DCC3AC6-BE47-40FB-8F94-415A6998F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150" y="5837474"/>
              <a:ext cx="158612" cy="2491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2476B48E-D8A8-47DF-93BA-EDD806D88A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2826" y="2337182"/>
              <a:ext cx="0" cy="359101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C79B3FAD-3469-47FF-9DC0-9ED773040B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3574" y="5881752"/>
              <a:ext cx="258123" cy="405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F313A708-7B1B-4A8D-A071-437E2E2FC0F0}"/>
              </a:ext>
            </a:extLst>
          </p:cNvPr>
          <p:cNvCxnSpPr>
            <a:cxnSpLocks/>
          </p:cNvCxnSpPr>
          <p:nvPr/>
        </p:nvCxnSpPr>
        <p:spPr>
          <a:xfrm>
            <a:off x="4161366" y="2299949"/>
            <a:ext cx="1100424" cy="761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17FBD1B3-9A7C-4F47-B357-EFD532954A85}"/>
              </a:ext>
            </a:extLst>
          </p:cNvPr>
          <p:cNvCxnSpPr>
            <a:cxnSpLocks/>
          </p:cNvCxnSpPr>
          <p:nvPr/>
        </p:nvCxnSpPr>
        <p:spPr>
          <a:xfrm flipV="1">
            <a:off x="2651109" y="3308072"/>
            <a:ext cx="1249345" cy="109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F073A713-0C90-4B52-83AF-1D935B93BBAB}"/>
              </a:ext>
            </a:extLst>
          </p:cNvPr>
          <p:cNvCxnSpPr>
            <a:cxnSpLocks/>
          </p:cNvCxnSpPr>
          <p:nvPr/>
        </p:nvCxnSpPr>
        <p:spPr>
          <a:xfrm flipV="1">
            <a:off x="2657178" y="3342586"/>
            <a:ext cx="1243151" cy="838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FF9C3310-FD29-42DD-BA53-9824549C346C}"/>
              </a:ext>
            </a:extLst>
          </p:cNvPr>
          <p:cNvCxnSpPr>
            <a:cxnSpLocks/>
          </p:cNvCxnSpPr>
          <p:nvPr/>
        </p:nvCxnSpPr>
        <p:spPr>
          <a:xfrm flipV="1">
            <a:off x="2658178" y="2202187"/>
            <a:ext cx="0" cy="15506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8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9210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0656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84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0629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0656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0629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948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165591" y="1416828"/>
            <a:ext cx="0" cy="188701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162293" y="2911342"/>
            <a:ext cx="1570709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168890" y="2936290"/>
            <a:ext cx="153352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339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7629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479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158280" y="2993361"/>
            <a:ext cx="1544984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168890" y="3067050"/>
            <a:ext cx="1533525" cy="628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172903" y="3127482"/>
            <a:ext cx="1529512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168890" y="3192780"/>
            <a:ext cx="1533525" cy="601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168890" y="3246120"/>
            <a:ext cx="1535430" cy="590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5E2DC1EC-3817-4E71-8F82-2A730D1E200F}"/>
              </a:ext>
            </a:extLst>
          </p:cNvPr>
          <p:cNvCxnSpPr>
            <a:cxnSpLocks/>
          </p:cNvCxnSpPr>
          <p:nvPr/>
        </p:nvCxnSpPr>
        <p:spPr>
          <a:xfrm flipV="1">
            <a:off x="10104651" y="1394460"/>
            <a:ext cx="0" cy="19157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1596" y="3305175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00014AFB-02F0-4068-8BF3-69DE4874F8F0}"/>
              </a:ext>
            </a:extLst>
          </p:cNvPr>
          <p:cNvGrpSpPr/>
          <p:nvPr/>
        </p:nvGrpSpPr>
        <p:grpSpPr>
          <a:xfrm>
            <a:off x="9453663" y="1265717"/>
            <a:ext cx="321625" cy="3785450"/>
            <a:chOff x="12799502" y="2337182"/>
            <a:chExt cx="263757" cy="3591015"/>
          </a:xfrm>
        </p:grpSpPr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EF72030-3052-4D15-814E-30107C05C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735" y="2427280"/>
              <a:ext cx="0" cy="344068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6D850054-4DCF-414E-BC9A-768F4F0E84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63206" y="2410234"/>
              <a:ext cx="0" cy="347372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276860BA-22C0-40FF-8975-CFBE109E9566}"/>
                </a:ext>
              </a:extLst>
            </p:cNvPr>
            <p:cNvCxnSpPr>
              <a:cxnSpLocks/>
            </p:cNvCxnSpPr>
            <p:nvPr/>
          </p:nvCxnSpPr>
          <p:spPr>
            <a:xfrm>
              <a:off x="12799502" y="2337182"/>
              <a:ext cx="263757" cy="7305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C3D0E597-ABC9-48A0-811D-414A7D696421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036" y="3520314"/>
              <a:ext cx="161592" cy="2585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B5C56675-D05E-46C3-8322-49C6C106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2860016" y="4239360"/>
              <a:ext cx="158612" cy="527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061CA5D-7CBE-41CE-BFF2-C6B52925A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4547" y="4839670"/>
              <a:ext cx="145017" cy="240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06906A8B-0009-4A65-9BC7-699296F27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0016" y="5382283"/>
              <a:ext cx="158612" cy="2491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80A2F5EC-9AA1-44F7-84A4-BDE78E282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4415" y="2455960"/>
              <a:ext cx="0" cy="3381514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590396F3-078D-4984-968B-5DC862225B3A}"/>
                </a:ext>
              </a:extLst>
            </p:cNvPr>
            <p:cNvCxnSpPr>
              <a:cxnSpLocks/>
            </p:cNvCxnSpPr>
            <p:nvPr/>
          </p:nvCxnSpPr>
          <p:spPr>
            <a:xfrm>
              <a:off x="12849708" y="2869864"/>
              <a:ext cx="164708" cy="2784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01A2F67-D748-4511-B4D3-3BFC7005D188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353" y="2423349"/>
              <a:ext cx="157062" cy="341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4DCC3AC6-BE47-40FB-8F94-415A6998F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150" y="5837474"/>
              <a:ext cx="158612" cy="2491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2476B48E-D8A8-47DF-93BA-EDD806D88A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2826" y="2337182"/>
              <a:ext cx="0" cy="359101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C79B3FAD-3469-47FF-9DC0-9ED773040B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3574" y="5881752"/>
              <a:ext cx="258123" cy="4054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52313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52313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52043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47529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199764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199616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11503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52313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11953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11953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11953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199764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24892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52313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97940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13795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385267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384717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47529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9587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18729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47979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689360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06747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385341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13483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06522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06328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399052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399052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06172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398994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71403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398844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385369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71403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385279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13795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47529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73106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58005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12602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12110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17536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52437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17532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21003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48981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00749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06172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31186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31134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31307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31231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32232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32232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32712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47700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13795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67549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287400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07751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27793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47835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67876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26479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26479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64764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385272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64681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45378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45124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43410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45124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61771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45124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61934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13411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06729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18632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00922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19400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62368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19696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19887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06586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689123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62341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62368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62341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06660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131858" y="939529"/>
            <a:ext cx="802225" cy="255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525367" y="5406563"/>
            <a:ext cx="3409813" cy="604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18239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46695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40663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00093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2230" y="3510574"/>
            <a:ext cx="0" cy="19882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1875" y="3510572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>
            <a:cxnSpLocks/>
          </p:cNvCxnSpPr>
          <p:nvPr/>
        </p:nvCxnSpPr>
        <p:spPr>
          <a:xfrm>
            <a:off x="9942576" y="5422378"/>
            <a:ext cx="229299" cy="667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2564" y="3407853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27667" y="3407192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9934083" y="1194811"/>
            <a:ext cx="0" cy="226758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3475" y="3706600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73706" y="3762351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26586" y="3717365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79919" y="3511434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9930255" y="3005046"/>
            <a:ext cx="1796331" cy="938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24788" y="3099923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9937854" y="3041775"/>
            <a:ext cx="175814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396490" y="4034543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28849" y="3444241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57576" y="3984437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25344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38428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18299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495681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495681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25052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18299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689419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25491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13893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689668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19395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191703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19395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19395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19150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00749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279971" y="3884018"/>
            <a:ext cx="1450542" cy="94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26051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61664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34369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495490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00685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52889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52850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52883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53112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61664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61772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61690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61664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689788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19341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385191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267442" y="4944185"/>
            <a:ext cx="1706687" cy="2810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273938" y="4886219"/>
            <a:ext cx="1456575" cy="2118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3515" y="4938685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3030" y="4886219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384048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64681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26321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9938703" y="3098846"/>
            <a:ext cx="175814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9940500" y="3167759"/>
            <a:ext cx="1755499" cy="676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9931312" y="3235400"/>
            <a:ext cx="1764687" cy="607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9940500" y="3290800"/>
            <a:ext cx="1755499" cy="676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9935180" y="3347487"/>
            <a:ext cx="1762724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696848" y="3123794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495681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35180" y="3410662"/>
            <a:ext cx="0" cy="2003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E84002F-7CFF-43AB-897E-F30CC44676B0}"/>
              </a:ext>
            </a:extLst>
          </p:cNvPr>
          <p:cNvGrpSpPr/>
          <p:nvPr/>
        </p:nvGrpSpPr>
        <p:grpSpPr>
          <a:xfrm>
            <a:off x="9554335" y="1173114"/>
            <a:ext cx="321625" cy="4042853"/>
            <a:chOff x="12799502" y="2337182"/>
            <a:chExt cx="263757" cy="3591015"/>
          </a:xfrm>
        </p:grpSpPr>
        <p:cxnSp>
          <p:nvCxnSpPr>
            <p:cNvPr id="1299" name="Straight Connector 1298">
              <a:extLst>
                <a:ext uri="{FF2B5EF4-FFF2-40B4-BE49-F238E27FC236}">
                  <a16:creationId xmlns:a16="http://schemas.microsoft.com/office/drawing/2014/main" id="{1F5805E2-600B-4F88-9AB3-3FF561E48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735" y="2427280"/>
              <a:ext cx="0" cy="34406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1299">
              <a:extLst>
                <a:ext uri="{FF2B5EF4-FFF2-40B4-BE49-F238E27FC236}">
                  <a16:creationId xmlns:a16="http://schemas.microsoft.com/office/drawing/2014/main" id="{71472656-93D3-4D2C-A03B-73E81E7A88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63206" y="2410234"/>
              <a:ext cx="0" cy="347372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Straight Connector 1303">
              <a:extLst>
                <a:ext uri="{FF2B5EF4-FFF2-40B4-BE49-F238E27FC236}">
                  <a16:creationId xmlns:a16="http://schemas.microsoft.com/office/drawing/2014/main" id="{71DA1CC5-9177-4AC6-933B-DB7D24131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9502" y="2337182"/>
              <a:ext cx="263757" cy="730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1304">
              <a:extLst>
                <a:ext uri="{FF2B5EF4-FFF2-40B4-BE49-F238E27FC236}">
                  <a16:creationId xmlns:a16="http://schemas.microsoft.com/office/drawing/2014/main" id="{7E224A37-361D-42DD-AAF2-BD9F1A7D1DE7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036" y="3520314"/>
              <a:ext cx="161592" cy="258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7" name="Straight Connector 1306">
              <a:extLst>
                <a:ext uri="{FF2B5EF4-FFF2-40B4-BE49-F238E27FC236}">
                  <a16:creationId xmlns:a16="http://schemas.microsoft.com/office/drawing/2014/main" id="{D05274D6-0D01-4E03-AEBB-413E7EF3FA58}"/>
                </a:ext>
              </a:extLst>
            </p:cNvPr>
            <p:cNvCxnSpPr>
              <a:cxnSpLocks/>
            </p:cNvCxnSpPr>
            <p:nvPr/>
          </p:nvCxnSpPr>
          <p:spPr>
            <a:xfrm>
              <a:off x="12860016" y="4239360"/>
              <a:ext cx="158612" cy="527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Straight Connector 1308">
              <a:extLst>
                <a:ext uri="{FF2B5EF4-FFF2-40B4-BE49-F238E27FC236}">
                  <a16:creationId xmlns:a16="http://schemas.microsoft.com/office/drawing/2014/main" id="{BE7020D2-969B-48C6-87D1-C3510B7F7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4547" y="4839670"/>
              <a:ext cx="145017" cy="240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1309">
              <a:extLst>
                <a:ext uri="{FF2B5EF4-FFF2-40B4-BE49-F238E27FC236}">
                  <a16:creationId xmlns:a16="http://schemas.microsoft.com/office/drawing/2014/main" id="{66BFE6F5-FC16-423C-95B9-10654B8D1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0016" y="5382283"/>
              <a:ext cx="158612" cy="24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668A5159-3C01-4B14-97A8-970FC9361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4415" y="2455960"/>
              <a:ext cx="0" cy="338151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BE017B87-E2B0-4CC7-9A09-2AAA94CFC5E3}"/>
                </a:ext>
              </a:extLst>
            </p:cNvPr>
            <p:cNvCxnSpPr>
              <a:cxnSpLocks/>
            </p:cNvCxnSpPr>
            <p:nvPr/>
          </p:nvCxnSpPr>
          <p:spPr>
            <a:xfrm>
              <a:off x="12849708" y="2869864"/>
              <a:ext cx="164708" cy="278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24995B9-3429-49D4-8478-CA5B86CC0BB2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353" y="2423349"/>
              <a:ext cx="157062" cy="3418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734A096F-C52F-452B-8974-617BA472C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150" y="5837474"/>
              <a:ext cx="158612" cy="24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6FC8EAF1-BD08-47E8-AC19-84D7134D0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2826" y="2337182"/>
              <a:ext cx="0" cy="35910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D5D482CA-A572-441A-9DE8-4FE86BC80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3574" y="5881752"/>
              <a:ext cx="258123" cy="405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3982F309-9863-4F97-B5C8-C526ABB53BD3}"/>
              </a:ext>
            </a:extLst>
          </p:cNvPr>
          <p:cNvCxnSpPr>
            <a:cxnSpLocks/>
          </p:cNvCxnSpPr>
          <p:nvPr/>
        </p:nvCxnSpPr>
        <p:spPr>
          <a:xfrm flipV="1">
            <a:off x="10166487" y="5173917"/>
            <a:ext cx="1813432" cy="32316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34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52313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52313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52043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47529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199764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199616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11503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52313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11953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11953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11953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199764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24892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52313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97940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13795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385267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384717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47529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9587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18729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47979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689360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06747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385341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13483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06522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06328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399052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399052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06172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398994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71403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398844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385369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71403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385279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13795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47529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73106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58005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12602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12110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17536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52437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17532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21003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48981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00749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06172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31186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31134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31307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31231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32232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32232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32712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47700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13795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67549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287400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07751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27793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47835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67876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26479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26479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64764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385272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64681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45378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45124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43410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45124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61771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45124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61934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13411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06729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18632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00922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19400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62368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19696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19887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06586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689123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62341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62368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62341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06660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131858" y="939529"/>
            <a:ext cx="802225" cy="255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525367" y="5406563"/>
            <a:ext cx="3409813" cy="604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18239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46695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40663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00093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2230" y="3510574"/>
            <a:ext cx="0" cy="19882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1875" y="3510572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>
            <a:cxnSpLocks/>
          </p:cNvCxnSpPr>
          <p:nvPr/>
        </p:nvCxnSpPr>
        <p:spPr>
          <a:xfrm>
            <a:off x="9942576" y="5422378"/>
            <a:ext cx="229299" cy="667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2564" y="3407853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27667" y="3407192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9934083" y="1194811"/>
            <a:ext cx="0" cy="226758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3475" y="3706600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73706" y="3762351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26586" y="3717365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79919" y="3511434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9930255" y="3005046"/>
            <a:ext cx="1796331" cy="938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24788" y="3099923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9937854" y="3041775"/>
            <a:ext cx="175814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396490" y="4034543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28849" y="3444241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57576" y="3984437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25344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38428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18299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495681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495681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25052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18299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689419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25491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13893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689668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19395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191703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19395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19395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19150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00749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279971" y="3884018"/>
            <a:ext cx="1450542" cy="942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26051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61664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34369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495490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00685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52889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52850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52883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53112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61664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61772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61690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61664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689788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19341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385191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267442" y="4944185"/>
            <a:ext cx="1706687" cy="2810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273938" y="4886219"/>
            <a:ext cx="1456575" cy="2118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3515" y="4938685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3030" y="4886219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384048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64681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26321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9938703" y="3098846"/>
            <a:ext cx="175814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9940500" y="3167759"/>
            <a:ext cx="1755499" cy="676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9931312" y="3235400"/>
            <a:ext cx="1764687" cy="607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9940500" y="3290800"/>
            <a:ext cx="1755499" cy="676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9935180" y="3347487"/>
            <a:ext cx="1762724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696848" y="3123794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495681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35180" y="3410662"/>
            <a:ext cx="0" cy="2003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E84002F-7CFF-43AB-897E-F30CC44676B0}"/>
              </a:ext>
            </a:extLst>
          </p:cNvPr>
          <p:cNvGrpSpPr/>
          <p:nvPr/>
        </p:nvGrpSpPr>
        <p:grpSpPr>
          <a:xfrm>
            <a:off x="9415289" y="1196476"/>
            <a:ext cx="260736" cy="4042853"/>
            <a:chOff x="12799502" y="2337182"/>
            <a:chExt cx="263757" cy="3591015"/>
          </a:xfrm>
        </p:grpSpPr>
        <p:cxnSp>
          <p:nvCxnSpPr>
            <p:cNvPr id="1299" name="Straight Connector 1298">
              <a:extLst>
                <a:ext uri="{FF2B5EF4-FFF2-40B4-BE49-F238E27FC236}">
                  <a16:creationId xmlns:a16="http://schemas.microsoft.com/office/drawing/2014/main" id="{1F5805E2-600B-4F88-9AB3-3FF561E48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735" y="2427280"/>
              <a:ext cx="0" cy="34406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1299">
              <a:extLst>
                <a:ext uri="{FF2B5EF4-FFF2-40B4-BE49-F238E27FC236}">
                  <a16:creationId xmlns:a16="http://schemas.microsoft.com/office/drawing/2014/main" id="{71472656-93D3-4D2C-A03B-73E81E7A88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63206" y="2410234"/>
              <a:ext cx="0" cy="347372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Straight Connector 1303">
              <a:extLst>
                <a:ext uri="{FF2B5EF4-FFF2-40B4-BE49-F238E27FC236}">
                  <a16:creationId xmlns:a16="http://schemas.microsoft.com/office/drawing/2014/main" id="{71DA1CC5-9177-4AC6-933B-DB7D24131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9502" y="2337182"/>
              <a:ext cx="263757" cy="730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1304">
              <a:extLst>
                <a:ext uri="{FF2B5EF4-FFF2-40B4-BE49-F238E27FC236}">
                  <a16:creationId xmlns:a16="http://schemas.microsoft.com/office/drawing/2014/main" id="{7E224A37-361D-42DD-AAF2-BD9F1A7D1DE7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036" y="3520314"/>
              <a:ext cx="161592" cy="258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7" name="Straight Connector 1306">
              <a:extLst>
                <a:ext uri="{FF2B5EF4-FFF2-40B4-BE49-F238E27FC236}">
                  <a16:creationId xmlns:a16="http://schemas.microsoft.com/office/drawing/2014/main" id="{D05274D6-0D01-4E03-AEBB-413E7EF3FA58}"/>
                </a:ext>
              </a:extLst>
            </p:cNvPr>
            <p:cNvCxnSpPr>
              <a:cxnSpLocks/>
            </p:cNvCxnSpPr>
            <p:nvPr/>
          </p:nvCxnSpPr>
          <p:spPr>
            <a:xfrm>
              <a:off x="12860016" y="4239360"/>
              <a:ext cx="158612" cy="527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Straight Connector 1308">
              <a:extLst>
                <a:ext uri="{FF2B5EF4-FFF2-40B4-BE49-F238E27FC236}">
                  <a16:creationId xmlns:a16="http://schemas.microsoft.com/office/drawing/2014/main" id="{BE7020D2-969B-48C6-87D1-C3510B7F7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4547" y="4839670"/>
              <a:ext cx="145017" cy="240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1309">
              <a:extLst>
                <a:ext uri="{FF2B5EF4-FFF2-40B4-BE49-F238E27FC236}">
                  <a16:creationId xmlns:a16="http://schemas.microsoft.com/office/drawing/2014/main" id="{66BFE6F5-FC16-423C-95B9-10654B8D1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60016" y="5382283"/>
              <a:ext cx="158612" cy="24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668A5159-3C01-4B14-97A8-970FC9361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4415" y="2455960"/>
              <a:ext cx="0" cy="338151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BE017B87-E2B0-4CC7-9A09-2AAA94CFC5E3}"/>
                </a:ext>
              </a:extLst>
            </p:cNvPr>
            <p:cNvCxnSpPr>
              <a:cxnSpLocks/>
            </p:cNvCxnSpPr>
            <p:nvPr/>
          </p:nvCxnSpPr>
          <p:spPr>
            <a:xfrm>
              <a:off x="12849708" y="2869864"/>
              <a:ext cx="164708" cy="278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24995B9-3429-49D4-8478-CA5B86CC0BB2}"/>
                </a:ext>
              </a:extLst>
            </p:cNvPr>
            <p:cNvCxnSpPr>
              <a:cxnSpLocks/>
            </p:cNvCxnSpPr>
            <p:nvPr/>
          </p:nvCxnSpPr>
          <p:spPr>
            <a:xfrm>
              <a:off x="12857353" y="2423349"/>
              <a:ext cx="157062" cy="3418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734A096F-C52F-452B-8974-617BA472C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9150" y="5837474"/>
              <a:ext cx="158612" cy="24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6FC8EAF1-BD08-47E8-AC19-84D7134D0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2826" y="2337182"/>
              <a:ext cx="0" cy="35910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D5D482CA-A572-441A-9DE8-4FE86BC80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3574" y="5881752"/>
              <a:ext cx="258123" cy="405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3982F309-9863-4F97-B5C8-C526ABB53BD3}"/>
              </a:ext>
            </a:extLst>
          </p:cNvPr>
          <p:cNvCxnSpPr>
            <a:cxnSpLocks/>
          </p:cNvCxnSpPr>
          <p:nvPr/>
        </p:nvCxnSpPr>
        <p:spPr>
          <a:xfrm flipV="1">
            <a:off x="10166487" y="5173917"/>
            <a:ext cx="1813432" cy="32316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49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9210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0656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84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0629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0656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0629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948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165591" y="1421384"/>
            <a:ext cx="0" cy="18748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162293" y="2911342"/>
            <a:ext cx="1570709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168890" y="2936290"/>
            <a:ext cx="153352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339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7629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479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158280" y="2993361"/>
            <a:ext cx="1544984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168890" y="3067050"/>
            <a:ext cx="1533525" cy="628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172903" y="3127482"/>
            <a:ext cx="1529512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168890" y="3192780"/>
            <a:ext cx="1533525" cy="601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168890" y="3246120"/>
            <a:ext cx="1535430" cy="590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5E2DC1EC-3817-4E71-8F82-2A730D1E200F}"/>
              </a:ext>
            </a:extLst>
          </p:cNvPr>
          <p:cNvCxnSpPr>
            <a:cxnSpLocks/>
          </p:cNvCxnSpPr>
          <p:nvPr/>
        </p:nvCxnSpPr>
        <p:spPr>
          <a:xfrm flipV="1">
            <a:off x="10104651" y="1412907"/>
            <a:ext cx="0" cy="189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1596" y="3305175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V="1">
            <a:off x="9661789" y="1479478"/>
            <a:ext cx="0" cy="34406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9865260" y="1447058"/>
            <a:ext cx="0" cy="34890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599994" y="1389380"/>
            <a:ext cx="273046" cy="71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659090" y="2572512"/>
            <a:ext cx="161592" cy="2585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662070" y="3291558"/>
            <a:ext cx="158612" cy="527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666601" y="3891868"/>
            <a:ext cx="145017" cy="24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662070" y="4434481"/>
            <a:ext cx="158612" cy="249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668A5159-3C01-4B14-97A8-970FC9361868}"/>
              </a:ext>
            </a:extLst>
          </p:cNvPr>
          <p:cNvCxnSpPr>
            <a:cxnSpLocks/>
          </p:cNvCxnSpPr>
          <p:nvPr/>
        </p:nvCxnSpPr>
        <p:spPr>
          <a:xfrm flipV="1">
            <a:off x="9816469" y="1495206"/>
            <a:ext cx="0" cy="33944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BE017B87-E2B0-4CC7-9A09-2AAA94CFC5E3}"/>
              </a:ext>
            </a:extLst>
          </p:cNvPr>
          <p:cNvCxnSpPr>
            <a:cxnSpLocks/>
          </p:cNvCxnSpPr>
          <p:nvPr/>
        </p:nvCxnSpPr>
        <p:spPr>
          <a:xfrm>
            <a:off x="9651762" y="1922062"/>
            <a:ext cx="164708" cy="278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E24995B9-3429-49D4-8478-CA5B86CC0BB2}"/>
              </a:ext>
            </a:extLst>
          </p:cNvPr>
          <p:cNvCxnSpPr>
            <a:cxnSpLocks/>
          </p:cNvCxnSpPr>
          <p:nvPr/>
        </p:nvCxnSpPr>
        <p:spPr>
          <a:xfrm>
            <a:off x="9659407" y="1475547"/>
            <a:ext cx="157062" cy="3418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734A096F-C52F-452B-8974-617BA472CCB6}"/>
              </a:ext>
            </a:extLst>
          </p:cNvPr>
          <p:cNvCxnSpPr>
            <a:cxnSpLocks/>
          </p:cNvCxnSpPr>
          <p:nvPr/>
        </p:nvCxnSpPr>
        <p:spPr>
          <a:xfrm flipV="1">
            <a:off x="9661204" y="4889672"/>
            <a:ext cx="158612" cy="249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FC8EAF1-BD08-47E8-AC19-84D7134D03AB}"/>
              </a:ext>
            </a:extLst>
          </p:cNvPr>
          <p:cNvCxnSpPr>
            <a:cxnSpLocks/>
          </p:cNvCxnSpPr>
          <p:nvPr/>
        </p:nvCxnSpPr>
        <p:spPr>
          <a:xfrm flipV="1">
            <a:off x="9604880" y="1389380"/>
            <a:ext cx="0" cy="35910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D5D482CA-A572-441A-9DE8-4FE86BC80D15}"/>
              </a:ext>
            </a:extLst>
          </p:cNvPr>
          <p:cNvCxnSpPr>
            <a:cxnSpLocks/>
          </p:cNvCxnSpPr>
          <p:nvPr/>
        </p:nvCxnSpPr>
        <p:spPr>
          <a:xfrm flipV="1">
            <a:off x="9605628" y="4933950"/>
            <a:ext cx="258123" cy="405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93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9210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0656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84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0629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0656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0629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948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165591" y="1416828"/>
            <a:ext cx="0" cy="188701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162293" y="2911342"/>
            <a:ext cx="1570709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168890" y="2936290"/>
            <a:ext cx="1533525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339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7629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479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158280" y="2993361"/>
            <a:ext cx="1544984" cy="820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168890" y="3067050"/>
            <a:ext cx="1533525" cy="628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172903" y="3127482"/>
            <a:ext cx="1529512" cy="631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168890" y="3192780"/>
            <a:ext cx="1533525" cy="601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168890" y="3246120"/>
            <a:ext cx="1535430" cy="590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5E2DC1EC-3817-4E71-8F82-2A730D1E200F}"/>
              </a:ext>
            </a:extLst>
          </p:cNvPr>
          <p:cNvCxnSpPr>
            <a:cxnSpLocks/>
          </p:cNvCxnSpPr>
          <p:nvPr/>
        </p:nvCxnSpPr>
        <p:spPr>
          <a:xfrm flipV="1">
            <a:off x="10104651" y="1394460"/>
            <a:ext cx="0" cy="19157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1596" y="3305175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60D823-B815-4061-95DF-A1C24EFD6A9E}"/>
              </a:ext>
            </a:extLst>
          </p:cNvPr>
          <p:cNvGrpSpPr/>
          <p:nvPr/>
        </p:nvGrpSpPr>
        <p:grpSpPr>
          <a:xfrm>
            <a:off x="9527784" y="2905402"/>
            <a:ext cx="417894" cy="150961"/>
            <a:chOff x="9599993" y="1377952"/>
            <a:chExt cx="273047" cy="277447"/>
          </a:xfrm>
        </p:grpSpPr>
        <p:cxnSp>
          <p:nvCxnSpPr>
            <p:cNvPr id="1300" name="Straight Connector 1299">
              <a:extLst>
                <a:ext uri="{FF2B5EF4-FFF2-40B4-BE49-F238E27FC236}">
                  <a16:creationId xmlns:a16="http://schemas.microsoft.com/office/drawing/2014/main" id="{71472656-93D3-4D2C-A03B-73E81E7A88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Straight Connector 1303">
              <a:extLst>
                <a:ext uri="{FF2B5EF4-FFF2-40B4-BE49-F238E27FC236}">
                  <a16:creationId xmlns:a16="http://schemas.microsoft.com/office/drawing/2014/main" id="{71DA1CC5-9177-4AC6-933B-DB7D24131792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6FC8EAF1-BD08-47E8-AC19-84D7134D0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C8633894-E8DC-4854-AC24-CF1F53471F97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ED18FEA0-4823-46B2-9B9D-995519BFFB6A}"/>
              </a:ext>
            </a:extLst>
          </p:cNvPr>
          <p:cNvGrpSpPr/>
          <p:nvPr/>
        </p:nvGrpSpPr>
        <p:grpSpPr>
          <a:xfrm>
            <a:off x="9531910" y="2410537"/>
            <a:ext cx="417894" cy="150961"/>
            <a:chOff x="9599993" y="1377952"/>
            <a:chExt cx="273047" cy="277447"/>
          </a:xfrm>
        </p:grpSpPr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C582E53B-ADD9-4E4F-AEEF-C7121ADA0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F4BF1663-876A-41B3-9E60-37512656E68D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2E3AD132-AED9-466A-8A15-D146793DA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D25A0F76-0F49-43C5-966C-6DD757A77887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8F155735-9112-4D8A-8E4F-BEDE2ED4DD6A}"/>
              </a:ext>
            </a:extLst>
          </p:cNvPr>
          <p:cNvGrpSpPr/>
          <p:nvPr/>
        </p:nvGrpSpPr>
        <p:grpSpPr>
          <a:xfrm>
            <a:off x="9537101" y="1927367"/>
            <a:ext cx="417894" cy="150961"/>
            <a:chOff x="9599993" y="1377952"/>
            <a:chExt cx="273047" cy="277447"/>
          </a:xfrm>
        </p:grpSpPr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6D371584-B1CF-4187-BDAD-3375323A4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8636EDAB-2589-475C-A500-E4C9B992436F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F9D82E99-988A-4AC4-8D9C-9E5E3165A6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FC9099DA-5550-4B49-9462-0BD8487531A7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B66F9299-7173-44E5-8449-12EC7BDE3254}"/>
              </a:ext>
            </a:extLst>
          </p:cNvPr>
          <p:cNvGrpSpPr/>
          <p:nvPr/>
        </p:nvGrpSpPr>
        <p:grpSpPr>
          <a:xfrm>
            <a:off x="9537803" y="1484649"/>
            <a:ext cx="417894" cy="150961"/>
            <a:chOff x="9599993" y="1377952"/>
            <a:chExt cx="273047" cy="277447"/>
          </a:xfrm>
        </p:grpSpPr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5F1051BC-9E62-4955-8E6D-589C9C67A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09307422-1A6D-4E52-B559-40AE4A5ED32A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FF37DF29-16AD-4B15-8935-EC13FCBB4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059CAA11-FB86-4758-B898-288FA1951EE3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68C28A6-126B-4C8A-A04F-84CE9B655829}"/>
              </a:ext>
            </a:extLst>
          </p:cNvPr>
          <p:cNvGrpSpPr/>
          <p:nvPr/>
        </p:nvGrpSpPr>
        <p:grpSpPr>
          <a:xfrm>
            <a:off x="9531910" y="3387841"/>
            <a:ext cx="417894" cy="150961"/>
            <a:chOff x="9599993" y="1377952"/>
            <a:chExt cx="273047" cy="277447"/>
          </a:xfrm>
        </p:grpSpPr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DFD9657-BEB1-4665-A153-DB6EC5ADF7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14D19AAB-A96D-443D-9E8D-A02624D074F2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4F057BFC-506E-4414-A5DD-8AA6A638A7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1D8C7CEE-205E-4A8E-AD8C-51B85C6F0EA1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362AE752-F2D3-40A7-B440-BEFE72201611}"/>
              </a:ext>
            </a:extLst>
          </p:cNvPr>
          <p:cNvGrpSpPr/>
          <p:nvPr/>
        </p:nvGrpSpPr>
        <p:grpSpPr>
          <a:xfrm>
            <a:off x="9525550" y="3869325"/>
            <a:ext cx="417894" cy="150961"/>
            <a:chOff x="9599993" y="1377952"/>
            <a:chExt cx="273047" cy="277447"/>
          </a:xfrm>
        </p:grpSpPr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F4BA07DF-B853-4F6D-B541-7D0941DCF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408EC232-472C-47C0-985B-844DD1513A7E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8EEB2677-1D92-47A3-863A-339D27078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CE9848F9-8A72-4BA8-BFB4-4BCB662B0C41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2160C745-FF39-4871-A8A3-E5F55C1FC1BC}"/>
              </a:ext>
            </a:extLst>
          </p:cNvPr>
          <p:cNvGrpSpPr/>
          <p:nvPr/>
        </p:nvGrpSpPr>
        <p:grpSpPr>
          <a:xfrm>
            <a:off x="9531910" y="4284013"/>
            <a:ext cx="417894" cy="150961"/>
            <a:chOff x="9599993" y="1377952"/>
            <a:chExt cx="273047" cy="277447"/>
          </a:xfrm>
        </p:grpSpPr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EFDB8BB1-3601-4F9E-AC33-E5001102B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9731" y="1462300"/>
              <a:ext cx="0" cy="19074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0885BC86-7AC8-4E4F-8F77-3469B50B0181}"/>
                </a:ext>
              </a:extLst>
            </p:cNvPr>
            <p:cNvCxnSpPr>
              <a:cxnSpLocks/>
            </p:cNvCxnSpPr>
            <p:nvPr/>
          </p:nvCxnSpPr>
          <p:spPr>
            <a:xfrm>
              <a:off x="9599993" y="1378172"/>
              <a:ext cx="273047" cy="847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2C60B5FB-7BBD-4B2F-9890-1E64E66D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1070" y="1377952"/>
              <a:ext cx="0" cy="22046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75849A30-6058-407E-BC7F-72CA0CA51B77}"/>
                </a:ext>
              </a:extLst>
            </p:cNvPr>
            <p:cNvCxnSpPr>
              <a:cxnSpLocks/>
            </p:cNvCxnSpPr>
            <p:nvPr/>
          </p:nvCxnSpPr>
          <p:spPr>
            <a:xfrm>
              <a:off x="9601070" y="1592343"/>
              <a:ext cx="269905" cy="630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101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D0DB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66210"/>
            <a:ext cx="0" cy="9690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F97843C-42D4-42E4-9DB2-A3D8841412DB}"/>
              </a:ext>
            </a:extLst>
          </p:cNvPr>
          <p:cNvCxnSpPr>
            <a:cxnSpLocks/>
          </p:cNvCxnSpPr>
          <p:nvPr/>
        </p:nvCxnSpPr>
        <p:spPr>
          <a:xfrm>
            <a:off x="2800595" y="5184737"/>
            <a:ext cx="816394" cy="4884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92102" y="3953521"/>
            <a:ext cx="675173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18281"/>
            <a:ext cx="0" cy="1099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06565" y="4982317"/>
            <a:ext cx="442183" cy="392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845" y="4986035"/>
            <a:ext cx="220980" cy="450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2121"/>
            <a:ext cx="220980" cy="38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4862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1373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06291" y="4882123"/>
            <a:ext cx="445263" cy="324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06565" y="4841462"/>
            <a:ext cx="269336" cy="1768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06291" y="5248976"/>
            <a:ext cx="439830" cy="475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9485" y="5248976"/>
            <a:ext cx="2081089" cy="3006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0341" y="3306381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249411" y="1436624"/>
            <a:ext cx="0" cy="18748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249411" y="2892432"/>
            <a:ext cx="1483591" cy="1009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245855" y="2922746"/>
            <a:ext cx="1456560" cy="95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H="1" flipV="1">
            <a:off x="9667822" y="1290320"/>
            <a:ext cx="53" cy="3792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9982220" y="1375665"/>
            <a:ext cx="0" cy="193071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426854" y="1872693"/>
            <a:ext cx="829161" cy="1616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426854" y="2544275"/>
            <a:ext cx="829161" cy="9862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426854" y="3282636"/>
            <a:ext cx="526711" cy="194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435770" y="3942803"/>
            <a:ext cx="503719" cy="96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422612" y="4479915"/>
            <a:ext cx="526711" cy="614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339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18281"/>
            <a:ext cx="0" cy="82309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76290" y="4871085"/>
            <a:ext cx="224535" cy="907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4790" y="3715433"/>
            <a:ext cx="5286496" cy="2295410"/>
            <a:chOff x="4034910" y="3716773"/>
            <a:chExt cx="5286496" cy="229541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2940" cy="826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8367" y="3803694"/>
              <a:ext cx="2609776" cy="1556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367" y="3956740"/>
              <a:ext cx="0" cy="205544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36815" y="3841820"/>
              <a:ext cx="2671552" cy="11753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6695" y="3716773"/>
              <a:ext cx="3040382" cy="1250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411" y="4041845"/>
              <a:ext cx="0" cy="194557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516" y="4032320"/>
              <a:ext cx="0" cy="195509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6411" y="3880292"/>
              <a:ext cx="2514995" cy="16155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4910" y="3918020"/>
              <a:ext cx="2563606" cy="11374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247615" y="2989845"/>
            <a:ext cx="1455649" cy="855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245855" y="3054753"/>
            <a:ext cx="1456560" cy="7897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254241" y="3123333"/>
            <a:ext cx="1448174" cy="711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251186" y="3184910"/>
            <a:ext cx="1451229" cy="680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251208" y="3251096"/>
            <a:ext cx="1453112" cy="5407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8C5DFE3-4012-4B4A-98F3-5AC761D5F515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558D9471-5569-473D-AAB8-F250E3D8B513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9BE149B8-54FA-44CD-B38E-C21F8FBE8987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3E55DF3-56F8-4E5C-9847-29FA71320C08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3311" y="5215967"/>
            <a:ext cx="1746519" cy="2260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80961"/>
            <a:ext cx="0" cy="143500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62286" y="4129672"/>
            <a:ext cx="831228" cy="853034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H="1" flipV="1">
            <a:off x="4035554" y="1979373"/>
            <a:ext cx="1021" cy="17864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37111" cy="3240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7717" cy="152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25040"/>
            <a:ext cx="0" cy="1448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9"/>
            <a:ext cx="1379735" cy="148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6"/>
            <a:ext cx="0" cy="33092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682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4055" cy="31170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194613"/>
            <a:ext cx="1319060" cy="17987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13656"/>
            <a:ext cx="0" cy="102156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459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9"/>
            <a:ext cx="0" cy="17417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6575" y="3669991"/>
            <a:ext cx="2341931" cy="8285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90374" y="4929425"/>
            <a:ext cx="1058538" cy="10970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4607" y="4929425"/>
            <a:ext cx="1133333" cy="1797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634486" cy="1683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636391" cy="167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F97843C-42D4-42E4-9DB2-A3D8841412DB}"/>
              </a:ext>
            </a:extLst>
          </p:cNvPr>
          <p:cNvCxnSpPr>
            <a:cxnSpLocks/>
          </p:cNvCxnSpPr>
          <p:nvPr/>
        </p:nvCxnSpPr>
        <p:spPr>
          <a:xfrm>
            <a:off x="2800595" y="5184737"/>
            <a:ext cx="816394" cy="4884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7" y="3755851"/>
            <a:ext cx="1382847" cy="431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54755"/>
            <a:ext cx="0" cy="175095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30525" y="3800475"/>
            <a:ext cx="0" cy="186529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7"/>
            <a:ext cx="0" cy="1814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29696" y="3752851"/>
            <a:ext cx="205094" cy="445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V="1">
            <a:off x="2636662" y="4003866"/>
            <a:ext cx="0" cy="12926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34122" y="5296519"/>
            <a:ext cx="982867" cy="896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4122" y="5238324"/>
            <a:ext cx="171336" cy="581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4688" cy="5595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61633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 flipV="1">
            <a:off x="4192102" y="3869245"/>
            <a:ext cx="2180852" cy="84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4346" y="3865880"/>
            <a:ext cx="0" cy="124962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594745" y="4982318"/>
            <a:ext cx="654003" cy="487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2954" y="4969293"/>
            <a:ext cx="227871" cy="618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81750" y="4884026"/>
            <a:ext cx="212995" cy="473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248748" y="4879942"/>
            <a:ext cx="0" cy="3512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43278"/>
            <a:ext cx="178955" cy="387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597015" y="4882125"/>
            <a:ext cx="654539" cy="480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376035" y="4845273"/>
            <a:ext cx="699866" cy="391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594745" y="5233579"/>
            <a:ext cx="654003" cy="629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248748" y="5233579"/>
            <a:ext cx="2081826" cy="3159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6708247" y="5076496"/>
            <a:ext cx="5272298" cy="9343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6236"/>
            <a:chOff x="4650470" y="4272819"/>
            <a:chExt cx="597216" cy="866236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625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83812" y="4147518"/>
            <a:ext cx="276445" cy="821775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08044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8600"/>
            <a:ext cx="509559" cy="92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0341" y="3306381"/>
            <a:ext cx="0" cy="172853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249411" y="1436624"/>
            <a:ext cx="0" cy="187483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01115"/>
            <a:ext cx="1706444" cy="6112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6"/>
            <a:ext cx="0" cy="172151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11880"/>
            <a:ext cx="0" cy="11819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1986335" y="3405949"/>
            <a:ext cx="0" cy="1951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249411" y="2892432"/>
            <a:ext cx="1483591" cy="1009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245855" y="2922746"/>
            <a:ext cx="1456560" cy="955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35265" y="3338756"/>
            <a:ext cx="251070" cy="6633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H="1" flipV="1">
            <a:off x="9667822" y="1290320"/>
            <a:ext cx="53" cy="37922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9982220" y="1375665"/>
            <a:ext cx="0" cy="193071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426854" y="1872693"/>
            <a:ext cx="829161" cy="1616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426854" y="2544275"/>
            <a:ext cx="829161" cy="9862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426854" y="3282636"/>
            <a:ext cx="526711" cy="194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435770" y="3942803"/>
            <a:ext cx="503719" cy="962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422612" y="4479915"/>
            <a:ext cx="526711" cy="614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6323" y="1372568"/>
            <a:ext cx="894117" cy="12784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01666"/>
            <a:ext cx="0" cy="92947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2647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139690" y="1306354"/>
            <a:ext cx="1298103" cy="10906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139690" y="1376267"/>
            <a:ext cx="1295315" cy="1217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3408" y="1303121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0856"/>
            <a:ext cx="69657" cy="7620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7793" y="1305707"/>
            <a:ext cx="892647" cy="11836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90374" y="3949702"/>
            <a:ext cx="0" cy="15550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78532"/>
            <a:ext cx="1419407" cy="9071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25429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3390" y="3738711"/>
            <a:ext cx="217867" cy="1447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>
            <a:cxnSpLocks/>
          </p:cNvCxnSpPr>
          <p:nvPr/>
        </p:nvCxnSpPr>
        <p:spPr>
          <a:xfrm>
            <a:off x="5137785" y="1499235"/>
            <a:ext cx="114300" cy="6858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E66758-78BF-49B0-8121-0F3807037F4B}"/>
              </a:ext>
            </a:extLst>
          </p:cNvPr>
          <p:cNvGrpSpPr/>
          <p:nvPr/>
        </p:nvGrpSpPr>
        <p:grpSpPr>
          <a:xfrm>
            <a:off x="4189731" y="5107952"/>
            <a:ext cx="2408666" cy="456548"/>
            <a:chOff x="4387871" y="5088590"/>
            <a:chExt cx="2316362" cy="420271"/>
          </a:xfrm>
        </p:grpSpPr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A167E2D7-0E9D-4D31-B569-DB3EB2D7C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71" y="5091135"/>
              <a:ext cx="2104054" cy="23940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C06152B-C0D1-4DDB-8D84-99C55AA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405" y="5128261"/>
              <a:ext cx="2101550" cy="242064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21D7C35C-7990-4D60-9760-2D6ECC108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147" y="5158371"/>
              <a:ext cx="2064458" cy="235568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2C0704D9-97FA-4746-86F7-4377AB1F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669" y="5198377"/>
              <a:ext cx="2065747" cy="2323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E536D257-9CA8-4A50-B2AE-DC6EC423E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017" y="5224595"/>
              <a:ext cx="2011704" cy="233411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1614">
              <a:extLst>
                <a:ext uri="{FF2B5EF4-FFF2-40B4-BE49-F238E27FC236}">
                  <a16:creationId xmlns:a16="http://schemas.microsoft.com/office/drawing/2014/main" id="{864F7C7D-3712-4F0E-9E45-187440EF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9233" y="5262174"/>
              <a:ext cx="2015000" cy="24308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9" name="Group 1618">
              <a:extLst>
                <a:ext uri="{FF2B5EF4-FFF2-40B4-BE49-F238E27FC236}">
                  <a16:creationId xmlns:a16="http://schemas.microsoft.com/office/drawing/2014/main" id="{A529C4C8-9310-4A43-A33B-F4085047F6CE}"/>
                </a:ext>
              </a:extLst>
            </p:cNvPr>
            <p:cNvGrpSpPr/>
            <p:nvPr/>
          </p:nvGrpSpPr>
          <p:grpSpPr>
            <a:xfrm>
              <a:off x="4389032" y="5329888"/>
              <a:ext cx="302579" cy="171747"/>
              <a:chOff x="4313053" y="5477381"/>
              <a:chExt cx="112688" cy="199619"/>
            </a:xfrm>
          </p:grpSpPr>
          <p:grpSp>
            <p:nvGrpSpPr>
              <p:cNvPr id="1605" name="Group 1604">
                <a:extLst>
                  <a:ext uri="{FF2B5EF4-FFF2-40B4-BE49-F238E27FC236}">
                    <a16:creationId xmlns:a16="http://schemas.microsoft.com/office/drawing/2014/main" id="{F9F03F23-1B6E-4E21-A8C7-B24B23604851}"/>
                  </a:ext>
                </a:extLst>
              </p:cNvPr>
              <p:cNvGrpSpPr/>
              <p:nvPr/>
            </p:nvGrpSpPr>
            <p:grpSpPr>
              <a:xfrm>
                <a:off x="4313053" y="5477381"/>
                <a:ext cx="60700" cy="77008"/>
                <a:chOff x="6566758" y="5258998"/>
                <a:chExt cx="103444" cy="121635"/>
              </a:xfrm>
            </p:grpSpPr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E1C788AB-B6F7-4B67-85E9-EED1EE70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9268" y="5333686"/>
                  <a:ext cx="100934" cy="46947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4" name="Straight Connector 963">
                  <a:extLst>
                    <a:ext uri="{FF2B5EF4-FFF2-40B4-BE49-F238E27FC236}">
                      <a16:creationId xmlns:a16="http://schemas.microsoft.com/office/drawing/2014/main" id="{04CB39AB-857B-4CBA-9C04-457CBC1E9D58}"/>
                    </a:ext>
                  </a:extLst>
                </p:cNvPr>
                <p:cNvCxnSpPr/>
                <p:nvPr/>
              </p:nvCxnSpPr>
              <p:spPr>
                <a:xfrm>
                  <a:off x="6566758" y="5258998"/>
                  <a:ext cx="0" cy="7207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0" name="Group 1609">
                <a:extLst>
                  <a:ext uri="{FF2B5EF4-FFF2-40B4-BE49-F238E27FC236}">
                    <a16:creationId xmlns:a16="http://schemas.microsoft.com/office/drawing/2014/main" id="{3E2A7259-395D-4E19-A6E1-ACC15191C926}"/>
                  </a:ext>
                </a:extLst>
              </p:cNvPr>
              <p:cNvGrpSpPr/>
              <p:nvPr/>
            </p:nvGrpSpPr>
            <p:grpSpPr>
              <a:xfrm>
                <a:off x="4370040" y="5545842"/>
                <a:ext cx="55701" cy="76936"/>
                <a:chOff x="6534460" y="5236045"/>
                <a:chExt cx="94926" cy="121523"/>
              </a:xfrm>
            </p:grpSpPr>
            <p:cxnSp>
              <p:nvCxnSpPr>
                <p:cNvPr id="1611" name="Straight Connector 1610">
                  <a:extLst>
                    <a:ext uri="{FF2B5EF4-FFF2-40B4-BE49-F238E27FC236}">
                      <a16:creationId xmlns:a16="http://schemas.microsoft.com/office/drawing/2014/main" id="{3048111D-BB4C-427D-9F5F-DA66AD781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6644" y="5318337"/>
                  <a:ext cx="92742" cy="39231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3" name="Straight Connector 1612">
                  <a:extLst>
                    <a:ext uri="{FF2B5EF4-FFF2-40B4-BE49-F238E27FC236}">
                      <a16:creationId xmlns:a16="http://schemas.microsoft.com/office/drawing/2014/main" id="{A077D6E3-CA14-4AEE-B3C9-394CCC4F2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34460" y="5236045"/>
                  <a:ext cx="1024" cy="88710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18" name="Straight Connector 1617">
                <a:extLst>
                  <a:ext uri="{FF2B5EF4-FFF2-40B4-BE49-F238E27FC236}">
                    <a16:creationId xmlns:a16="http://schemas.microsoft.com/office/drawing/2014/main" id="{F8769CE6-35A8-48DE-B70A-1969B14471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24938" y="5621502"/>
                <a:ext cx="2" cy="5549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0" name="Group 1619">
              <a:extLst>
                <a:ext uri="{FF2B5EF4-FFF2-40B4-BE49-F238E27FC236}">
                  <a16:creationId xmlns:a16="http://schemas.microsoft.com/office/drawing/2014/main" id="{3BF958A4-57B9-46CE-8FD2-179B1F3F7740}"/>
                </a:ext>
              </a:extLst>
            </p:cNvPr>
            <p:cNvGrpSpPr/>
            <p:nvPr/>
          </p:nvGrpSpPr>
          <p:grpSpPr>
            <a:xfrm>
              <a:off x="6490172" y="5088590"/>
              <a:ext cx="210549" cy="136004"/>
              <a:chOff x="4309265" y="5467489"/>
              <a:chExt cx="143904" cy="163922"/>
            </a:xfrm>
          </p:grpSpPr>
          <p:grpSp>
            <p:nvGrpSpPr>
              <p:cNvPr id="1621" name="Group 1620">
                <a:extLst>
                  <a:ext uri="{FF2B5EF4-FFF2-40B4-BE49-F238E27FC236}">
                    <a16:creationId xmlns:a16="http://schemas.microsoft.com/office/drawing/2014/main" id="{B975FB2C-A63E-443D-92B0-408291A14E5E}"/>
                  </a:ext>
                </a:extLst>
              </p:cNvPr>
              <p:cNvGrpSpPr/>
              <p:nvPr/>
            </p:nvGrpSpPr>
            <p:grpSpPr>
              <a:xfrm>
                <a:off x="4309265" y="5467489"/>
                <a:ext cx="143904" cy="163922"/>
                <a:chOff x="6560407" y="5243382"/>
                <a:chExt cx="245243" cy="258917"/>
              </a:xfrm>
            </p:grpSpPr>
            <p:cxnSp>
              <p:nvCxnSpPr>
                <p:cNvPr id="1626" name="Straight Connector 1625">
                  <a:extLst>
                    <a:ext uri="{FF2B5EF4-FFF2-40B4-BE49-F238E27FC236}">
                      <a16:creationId xmlns:a16="http://schemas.microsoft.com/office/drawing/2014/main" id="{A57492AA-B5DD-4CEE-A931-5349E59D7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3501" y="5316518"/>
                  <a:ext cx="138444" cy="5926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8" name="Straight Connector 1627">
                  <a:extLst>
                    <a:ext uri="{FF2B5EF4-FFF2-40B4-BE49-F238E27FC236}">
                      <a16:creationId xmlns:a16="http://schemas.microsoft.com/office/drawing/2014/main" id="{F156FB18-3374-4820-B075-3F918CE7E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407" y="5243382"/>
                  <a:ext cx="0" cy="72072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89694298-A9F0-4EA4-9462-75488549B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7405" y="5456884"/>
                  <a:ext cx="108245" cy="45415"/>
                </a:xfrm>
                <a:prstGeom prst="line">
                  <a:avLst/>
                </a:prstGeom>
                <a:ln w="63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4390348" y="5552982"/>
                <a:ext cx="0" cy="4563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9A36B81-A4AF-435F-91B0-B61281081A8F}"/>
                </a:ext>
              </a:extLst>
            </p:cNvPr>
            <p:cNvCxnSpPr>
              <a:cxnSpLocks/>
            </p:cNvCxnSpPr>
            <p:nvPr/>
          </p:nvCxnSpPr>
          <p:spPr>
            <a:xfrm>
              <a:off x="4390852" y="5454274"/>
              <a:ext cx="299994" cy="54587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E9ADA546-31EC-4297-BE86-DFF811330106}"/>
              </a:ext>
            </a:extLst>
          </p:cNvPr>
          <p:cNvCxnSpPr>
            <a:cxnSpLocks/>
          </p:cNvCxnSpPr>
          <p:nvPr/>
        </p:nvCxnSpPr>
        <p:spPr>
          <a:xfrm flipV="1">
            <a:off x="10317522" y="4838700"/>
            <a:ext cx="1663023" cy="27934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BF969A69-05B9-49EE-993D-2E72D1D9BEB2}"/>
              </a:ext>
            </a:extLst>
          </p:cNvPr>
          <p:cNvCxnSpPr>
            <a:cxnSpLocks/>
          </p:cNvCxnSpPr>
          <p:nvPr/>
        </p:nvCxnSpPr>
        <p:spPr>
          <a:xfrm flipV="1">
            <a:off x="10319872" y="4780734"/>
            <a:ext cx="1417057" cy="20102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53BF9C0E-62EF-48BD-A399-FC67A7023F2D}"/>
              </a:ext>
            </a:extLst>
          </p:cNvPr>
          <p:cNvCxnSpPr>
            <a:cxnSpLocks/>
          </p:cNvCxnSpPr>
          <p:nvPr/>
        </p:nvCxnSpPr>
        <p:spPr>
          <a:xfrm flipV="1">
            <a:off x="11979931" y="4833200"/>
            <a:ext cx="0" cy="2455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8752ECF-C155-467A-A9EC-B9E6621600D5}"/>
              </a:ext>
            </a:extLst>
          </p:cNvPr>
          <p:cNvCxnSpPr>
            <a:cxnSpLocks/>
          </p:cNvCxnSpPr>
          <p:nvPr/>
        </p:nvCxnSpPr>
        <p:spPr>
          <a:xfrm>
            <a:off x="11729446" y="4780734"/>
            <a:ext cx="252390" cy="5627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7CB493C8-C4A2-4C53-B62D-D6DC28E2ACC8}"/>
              </a:ext>
            </a:extLst>
          </p:cNvPr>
          <p:cNvCxnSpPr>
            <a:cxnSpLocks/>
          </p:cNvCxnSpPr>
          <p:nvPr/>
        </p:nvCxnSpPr>
        <p:spPr>
          <a:xfrm>
            <a:off x="4023360" y="5580380"/>
            <a:ext cx="2684887" cy="43046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BE5DF80-8F40-4EE7-B806-55631E408A86}"/>
              </a:ext>
            </a:extLst>
          </p:cNvPr>
          <p:cNvCxnSpPr>
            <a:cxnSpLocks/>
          </p:cNvCxnSpPr>
          <p:nvPr/>
        </p:nvCxnSpPr>
        <p:spPr>
          <a:xfrm flipH="1">
            <a:off x="3829696" y="5504778"/>
            <a:ext cx="363829" cy="1573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FF41ABF-B229-42D9-8422-11D7F7324BC3}"/>
              </a:ext>
            </a:extLst>
          </p:cNvPr>
          <p:cNvCxnSpPr>
            <a:cxnSpLocks/>
          </p:cNvCxnSpPr>
          <p:nvPr/>
        </p:nvCxnSpPr>
        <p:spPr>
          <a:xfrm>
            <a:off x="2446090" y="5505206"/>
            <a:ext cx="1383606" cy="16056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62EABEAE-B7B6-4A68-93D2-83E871D8C88B}"/>
              </a:ext>
            </a:extLst>
          </p:cNvPr>
          <p:cNvCxnSpPr>
            <a:cxnSpLocks/>
          </p:cNvCxnSpPr>
          <p:nvPr/>
        </p:nvCxnSpPr>
        <p:spPr>
          <a:xfrm>
            <a:off x="10247615" y="2989845"/>
            <a:ext cx="1455649" cy="8553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9096DEFE-9050-443B-8B43-21DEA7B9996F}"/>
              </a:ext>
            </a:extLst>
          </p:cNvPr>
          <p:cNvCxnSpPr>
            <a:cxnSpLocks/>
          </p:cNvCxnSpPr>
          <p:nvPr/>
        </p:nvCxnSpPr>
        <p:spPr>
          <a:xfrm>
            <a:off x="10245855" y="3054753"/>
            <a:ext cx="1456560" cy="7897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A733462-5BE3-43B1-9ECC-745202F03AFB}"/>
              </a:ext>
            </a:extLst>
          </p:cNvPr>
          <p:cNvCxnSpPr>
            <a:cxnSpLocks/>
          </p:cNvCxnSpPr>
          <p:nvPr/>
        </p:nvCxnSpPr>
        <p:spPr>
          <a:xfrm>
            <a:off x="10254241" y="3123333"/>
            <a:ext cx="1448174" cy="71132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841D492-45EB-4E55-92F7-A150A52B8BE1}"/>
              </a:ext>
            </a:extLst>
          </p:cNvPr>
          <p:cNvCxnSpPr>
            <a:cxnSpLocks/>
          </p:cNvCxnSpPr>
          <p:nvPr/>
        </p:nvCxnSpPr>
        <p:spPr>
          <a:xfrm>
            <a:off x="10251186" y="3184910"/>
            <a:ext cx="1451229" cy="68046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BFCE0068-6BD7-4575-8C52-30C24DD99137}"/>
              </a:ext>
            </a:extLst>
          </p:cNvPr>
          <p:cNvCxnSpPr>
            <a:cxnSpLocks/>
          </p:cNvCxnSpPr>
          <p:nvPr/>
        </p:nvCxnSpPr>
        <p:spPr>
          <a:xfrm>
            <a:off x="10251208" y="3251096"/>
            <a:ext cx="1453112" cy="54079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835EFA8F-E547-4181-99A6-B435691766DD}"/>
              </a:ext>
            </a:extLst>
          </p:cNvPr>
          <p:cNvCxnSpPr>
            <a:cxnSpLocks/>
          </p:cNvCxnSpPr>
          <p:nvPr/>
        </p:nvCxnSpPr>
        <p:spPr>
          <a:xfrm flipV="1">
            <a:off x="11703264" y="3018309"/>
            <a:ext cx="0" cy="34084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896">
            <a:extLst>
              <a:ext uri="{FF2B5EF4-FFF2-40B4-BE49-F238E27FC236}">
                <a16:creationId xmlns:a16="http://schemas.microsoft.com/office/drawing/2014/main" id="{798F0F9E-3A71-496D-A681-2559B987784E}"/>
              </a:ext>
            </a:extLst>
          </p:cNvPr>
          <p:cNvCxnSpPr>
            <a:cxnSpLocks/>
          </p:cNvCxnSpPr>
          <p:nvPr/>
        </p:nvCxnSpPr>
        <p:spPr>
          <a:xfrm flipV="1">
            <a:off x="5139690" y="1419833"/>
            <a:ext cx="0" cy="75373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4A12497E-DABC-43E7-B8C4-CBBB2D06B467}"/>
              </a:ext>
            </a:extLst>
          </p:cNvPr>
          <p:cNvCxnSpPr>
            <a:cxnSpLocks/>
          </p:cNvCxnSpPr>
          <p:nvPr/>
        </p:nvCxnSpPr>
        <p:spPr>
          <a:xfrm flipV="1">
            <a:off x="6596650" y="4926215"/>
            <a:ext cx="0" cy="374114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8CFE1171-626E-4C5B-9247-D53A7817B934}"/>
              </a:ext>
            </a:extLst>
          </p:cNvPr>
          <p:cNvSpPr/>
          <p:nvPr/>
        </p:nvSpPr>
        <p:spPr>
          <a:xfrm rot="60000">
            <a:off x="2711770" y="420641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BDB9F17D-22FA-4884-9427-46402A482828}"/>
              </a:ext>
            </a:extLst>
          </p:cNvPr>
          <p:cNvSpPr/>
          <p:nvPr/>
        </p:nvSpPr>
        <p:spPr>
          <a:xfrm rot="120000">
            <a:off x="2711386" y="44836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133F199C-6394-4105-8ECA-6A021ED577A0}"/>
              </a:ext>
            </a:extLst>
          </p:cNvPr>
          <p:cNvSpPr/>
          <p:nvPr/>
        </p:nvSpPr>
        <p:spPr>
          <a:xfrm rot="174416">
            <a:off x="2711710" y="4759124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C239D949-6383-4C9A-B99D-E107D40E1C0F}"/>
              </a:ext>
            </a:extLst>
          </p:cNvPr>
          <p:cNvSpPr/>
          <p:nvPr/>
        </p:nvSpPr>
        <p:spPr>
          <a:xfrm rot="180000">
            <a:off x="2714004" y="5032290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8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0879" y="5369598"/>
            <a:ext cx="1750255" cy="1424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73341"/>
            <a:ext cx="0" cy="15962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154599" y="4121783"/>
            <a:ext cx="846601" cy="868811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4035554" y="1979373"/>
            <a:ext cx="0" cy="34990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42538" cy="37739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2177" cy="14464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63852"/>
            <a:ext cx="0" cy="14094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8"/>
            <a:ext cx="1370498" cy="280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4"/>
            <a:ext cx="0" cy="21771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9396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1234" cy="3674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246070"/>
            <a:ext cx="1320462" cy="1284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4004310"/>
            <a:ext cx="0" cy="9222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309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7"/>
            <a:ext cx="0" cy="17530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7467" y="3669990"/>
            <a:ext cx="2341039" cy="6788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73401" y="4929422"/>
            <a:ext cx="1075511" cy="11146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2159" y="4933025"/>
            <a:ext cx="1133350" cy="1310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756729" cy="1636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750580" cy="164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F97843C-42D4-42E4-9DB2-A3D8841412DB}"/>
              </a:ext>
            </a:extLst>
          </p:cNvPr>
          <p:cNvCxnSpPr>
            <a:cxnSpLocks/>
          </p:cNvCxnSpPr>
          <p:nvPr/>
        </p:nvCxnSpPr>
        <p:spPr>
          <a:xfrm>
            <a:off x="2800595" y="5184737"/>
            <a:ext cx="816394" cy="488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8" y="3782110"/>
            <a:ext cx="1385104" cy="532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849">
            <a:extLst>
              <a:ext uri="{FF2B5EF4-FFF2-40B4-BE49-F238E27FC236}">
                <a16:creationId xmlns:a16="http://schemas.microsoft.com/office/drawing/2014/main" id="{80085CE9-EAE7-429C-A96B-CDEDA148F500}"/>
              </a:ext>
            </a:extLst>
          </p:cNvPr>
          <p:cNvCxnSpPr>
            <a:cxnSpLocks/>
          </p:cNvCxnSpPr>
          <p:nvPr/>
        </p:nvCxnSpPr>
        <p:spPr>
          <a:xfrm>
            <a:off x="2444223" y="5521154"/>
            <a:ext cx="1396257" cy="1178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76449"/>
            <a:ext cx="0" cy="174233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29327" y="3835403"/>
            <a:ext cx="3455" cy="17989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6"/>
            <a:ext cx="0" cy="16897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4DFC76BE-FB3A-48DC-9CCD-3552627C7D49}"/>
              </a:ext>
            </a:extLst>
          </p:cNvPr>
          <p:cNvCxnSpPr>
            <a:cxnSpLocks/>
          </p:cNvCxnSpPr>
          <p:nvPr/>
        </p:nvCxnSpPr>
        <p:spPr>
          <a:xfrm flipV="1">
            <a:off x="3829327" y="5478389"/>
            <a:ext cx="208519" cy="142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32782" y="3768725"/>
            <a:ext cx="200915" cy="666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H="1" flipV="1">
            <a:off x="2636662" y="4003865"/>
            <a:ext cx="2724" cy="133430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41470" y="5335500"/>
            <a:ext cx="975519" cy="506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5055" y="5238324"/>
            <a:ext cx="170403" cy="9717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5911" cy="375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7037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>
            <a:off x="4171782" y="3953521"/>
            <a:ext cx="434219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4088130"/>
            <a:ext cx="0" cy="9773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837045" y="4962585"/>
            <a:ext cx="368070" cy="278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125" y="4959012"/>
            <a:ext cx="242991" cy="311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75509" y="4831040"/>
            <a:ext cx="246271" cy="272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199175" y="4820940"/>
            <a:ext cx="0" cy="3806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00733"/>
            <a:ext cx="132060" cy="268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825344" y="4828851"/>
            <a:ext cx="375508" cy="290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835928" y="4800821"/>
            <a:ext cx="239973" cy="93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824149" y="5193389"/>
            <a:ext cx="375026" cy="499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198123" y="5189014"/>
            <a:ext cx="2115284" cy="43387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9311672" y="5150335"/>
            <a:ext cx="2421330" cy="4733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0015"/>
            <a:chOff x="4650470" y="4272819"/>
            <a:chExt cx="597216" cy="860015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003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64762" y="4138296"/>
            <a:ext cx="276445" cy="830997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53764" cy="342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0980"/>
            <a:ext cx="509559" cy="92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0341" y="3306381"/>
            <a:ext cx="0" cy="172853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249411" y="1436624"/>
            <a:ext cx="0" cy="18748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20842"/>
            <a:ext cx="1752164" cy="413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5"/>
            <a:ext cx="0" cy="179830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28565"/>
            <a:ext cx="0" cy="1518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2032055" y="3439938"/>
            <a:ext cx="0" cy="1809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249411" y="2892432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245855" y="2922746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29446" y="3321962"/>
            <a:ext cx="302609" cy="1173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H="1" flipV="1">
            <a:off x="9667822" y="1290320"/>
            <a:ext cx="53" cy="37922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9982220" y="1375665"/>
            <a:ext cx="0" cy="193071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426854" y="1872693"/>
            <a:ext cx="829161" cy="1616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426854" y="2544275"/>
            <a:ext cx="829161" cy="9862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426854" y="3282636"/>
            <a:ext cx="526711" cy="194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435770" y="3942803"/>
            <a:ext cx="503719" cy="96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422612" y="4479915"/>
            <a:ext cx="526711" cy="614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5090" y="1375664"/>
            <a:ext cx="895350" cy="12475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58816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81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257800" y="1300291"/>
            <a:ext cx="1177290" cy="1138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259154" y="1375664"/>
            <a:ext cx="1175936" cy="1182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7218" y="1300291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1370">
            <a:extLst>
              <a:ext uri="{FF2B5EF4-FFF2-40B4-BE49-F238E27FC236}">
                <a16:creationId xmlns:a16="http://schemas.microsoft.com/office/drawing/2014/main" id="{0F309941-3C2F-468B-9393-C7A9586F6794}"/>
              </a:ext>
            </a:extLst>
          </p:cNvPr>
          <p:cNvCxnSpPr>
            <a:cxnSpLocks/>
          </p:cNvCxnSpPr>
          <p:nvPr/>
        </p:nvCxnSpPr>
        <p:spPr>
          <a:xfrm flipV="1">
            <a:off x="5255845" y="1414145"/>
            <a:ext cx="0" cy="7690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5664"/>
            <a:ext cx="69218" cy="713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5090" y="1300291"/>
            <a:ext cx="895350" cy="1237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71324" y="3949702"/>
            <a:ext cx="0" cy="14428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93901"/>
            <a:ext cx="1419407" cy="753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56635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1496">
            <a:extLst>
              <a:ext uri="{FF2B5EF4-FFF2-40B4-BE49-F238E27FC236}">
                <a16:creationId xmlns:a16="http://schemas.microsoft.com/office/drawing/2014/main" id="{0AC5C54B-E7F8-4830-97AE-B38D076B57CF}"/>
              </a:ext>
            </a:extLst>
          </p:cNvPr>
          <p:cNvCxnSpPr>
            <a:cxnSpLocks/>
          </p:cNvCxnSpPr>
          <p:nvPr/>
        </p:nvCxnSpPr>
        <p:spPr>
          <a:xfrm flipV="1">
            <a:off x="4170052" y="5063660"/>
            <a:ext cx="2209053" cy="2345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4223" y="3738711"/>
            <a:ext cx="217034" cy="430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Straight Connector 1592">
            <a:extLst>
              <a:ext uri="{FF2B5EF4-FFF2-40B4-BE49-F238E27FC236}">
                <a16:creationId xmlns:a16="http://schemas.microsoft.com/office/drawing/2014/main" id="{227DC571-6897-4827-BFD5-071D3FD50239}"/>
              </a:ext>
            </a:extLst>
          </p:cNvPr>
          <p:cNvCxnSpPr>
            <a:cxnSpLocks/>
          </p:cNvCxnSpPr>
          <p:nvPr/>
        </p:nvCxnSpPr>
        <p:spPr>
          <a:xfrm flipH="1">
            <a:off x="4030058" y="5395809"/>
            <a:ext cx="141265" cy="8757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/>
          <p:nvPr/>
        </p:nvCxnSpPr>
        <p:spPr>
          <a:xfrm flipH="1">
            <a:off x="5248912" y="1490413"/>
            <a:ext cx="6872" cy="731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Straight Connector 1599">
            <a:extLst>
              <a:ext uri="{FF2B5EF4-FFF2-40B4-BE49-F238E27FC236}">
                <a16:creationId xmlns:a16="http://schemas.microsoft.com/office/drawing/2014/main" id="{A167E2D7-0E9D-4D31-B569-DB3EB2D7C494}"/>
              </a:ext>
            </a:extLst>
          </p:cNvPr>
          <p:cNvCxnSpPr>
            <a:cxnSpLocks/>
          </p:cNvCxnSpPr>
          <p:nvPr/>
        </p:nvCxnSpPr>
        <p:spPr>
          <a:xfrm flipV="1">
            <a:off x="4387871" y="5091135"/>
            <a:ext cx="2104054" cy="2394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1" name="Straight Connector 1600">
            <a:extLst>
              <a:ext uri="{FF2B5EF4-FFF2-40B4-BE49-F238E27FC236}">
                <a16:creationId xmlns:a16="http://schemas.microsoft.com/office/drawing/2014/main" id="{3C06152B-C0D1-4DDB-8D84-99C55AA7A090}"/>
              </a:ext>
            </a:extLst>
          </p:cNvPr>
          <p:cNvCxnSpPr>
            <a:cxnSpLocks/>
          </p:cNvCxnSpPr>
          <p:nvPr/>
        </p:nvCxnSpPr>
        <p:spPr>
          <a:xfrm flipV="1">
            <a:off x="4401410" y="5128260"/>
            <a:ext cx="2096545" cy="23833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2" name="Straight Connector 1601">
            <a:extLst>
              <a:ext uri="{FF2B5EF4-FFF2-40B4-BE49-F238E27FC236}">
                <a16:creationId xmlns:a16="http://schemas.microsoft.com/office/drawing/2014/main" id="{21D7C35C-7990-4D60-9760-2D6ECC1084CA}"/>
              </a:ext>
            </a:extLst>
          </p:cNvPr>
          <p:cNvCxnSpPr>
            <a:cxnSpLocks/>
          </p:cNvCxnSpPr>
          <p:nvPr/>
        </p:nvCxnSpPr>
        <p:spPr>
          <a:xfrm flipV="1">
            <a:off x="4599171" y="5158740"/>
            <a:ext cx="2007369" cy="2335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Straight Connector 1602">
            <a:extLst>
              <a:ext uri="{FF2B5EF4-FFF2-40B4-BE49-F238E27FC236}">
                <a16:creationId xmlns:a16="http://schemas.microsoft.com/office/drawing/2014/main" id="{2C0704D9-97FA-4746-86F7-4377AB1FBCA2}"/>
              </a:ext>
            </a:extLst>
          </p:cNvPr>
          <p:cNvCxnSpPr>
            <a:cxnSpLocks/>
          </p:cNvCxnSpPr>
          <p:nvPr/>
        </p:nvCxnSpPr>
        <p:spPr>
          <a:xfrm flipV="1">
            <a:off x="4599171" y="5198745"/>
            <a:ext cx="2011179" cy="2358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4" name="Straight Connector 1603">
            <a:extLst>
              <a:ext uri="{FF2B5EF4-FFF2-40B4-BE49-F238E27FC236}">
                <a16:creationId xmlns:a16="http://schemas.microsoft.com/office/drawing/2014/main" id="{E536D257-9CA8-4A50-B2AE-DC6EC423E08C}"/>
              </a:ext>
            </a:extLst>
          </p:cNvPr>
          <p:cNvCxnSpPr>
            <a:cxnSpLocks/>
          </p:cNvCxnSpPr>
          <p:nvPr/>
        </p:nvCxnSpPr>
        <p:spPr>
          <a:xfrm flipV="1">
            <a:off x="4810186" y="5239889"/>
            <a:ext cx="1814013" cy="22421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Straight Connector 1614">
            <a:extLst>
              <a:ext uri="{FF2B5EF4-FFF2-40B4-BE49-F238E27FC236}">
                <a16:creationId xmlns:a16="http://schemas.microsoft.com/office/drawing/2014/main" id="{864F7C7D-3712-4F0E-9E45-187440EFA43A}"/>
              </a:ext>
            </a:extLst>
          </p:cNvPr>
          <p:cNvCxnSpPr>
            <a:cxnSpLocks/>
          </p:cNvCxnSpPr>
          <p:nvPr/>
        </p:nvCxnSpPr>
        <p:spPr>
          <a:xfrm flipV="1">
            <a:off x="4810184" y="5276909"/>
            <a:ext cx="1806005" cy="2431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9" name="Group 1618">
            <a:extLst>
              <a:ext uri="{FF2B5EF4-FFF2-40B4-BE49-F238E27FC236}">
                <a16:creationId xmlns:a16="http://schemas.microsoft.com/office/drawing/2014/main" id="{A529C4C8-9310-4A43-A33B-F4085047F6CE}"/>
              </a:ext>
            </a:extLst>
          </p:cNvPr>
          <p:cNvGrpSpPr/>
          <p:nvPr/>
        </p:nvGrpSpPr>
        <p:grpSpPr>
          <a:xfrm>
            <a:off x="4170834" y="5297614"/>
            <a:ext cx="641673" cy="221168"/>
            <a:chOff x="4231789" y="5439842"/>
            <a:chExt cx="238975" cy="257059"/>
          </a:xfrm>
        </p:grpSpPr>
        <p:grpSp>
          <p:nvGrpSpPr>
            <p:cNvPr id="1605" name="Group 1604">
              <a:extLst>
                <a:ext uri="{FF2B5EF4-FFF2-40B4-BE49-F238E27FC236}">
                  <a16:creationId xmlns:a16="http://schemas.microsoft.com/office/drawing/2014/main" id="{F9F03F23-1B6E-4E21-A8C7-B24B23604851}"/>
                </a:ext>
              </a:extLst>
            </p:cNvPr>
            <p:cNvGrpSpPr/>
            <p:nvPr/>
          </p:nvGrpSpPr>
          <p:grpSpPr>
            <a:xfrm>
              <a:off x="4231789" y="5439842"/>
              <a:ext cx="162067" cy="114783"/>
              <a:chOff x="6428313" y="5199733"/>
              <a:chExt cx="276194" cy="181302"/>
            </a:xfrm>
          </p:grpSpPr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E1C788AB-B6F7-4B67-85E9-EED1EE70B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6062" y="5321770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Straight Connector 962">
                <a:extLst>
                  <a:ext uri="{FF2B5EF4-FFF2-40B4-BE49-F238E27FC236}">
                    <a16:creationId xmlns:a16="http://schemas.microsoft.com/office/drawing/2014/main" id="{EDF54B2C-4BE0-4CF6-B69C-F8C85E018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8313" y="5199733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" name="Straight Connector 963">
                <a:extLst>
                  <a:ext uri="{FF2B5EF4-FFF2-40B4-BE49-F238E27FC236}">
                    <a16:creationId xmlns:a16="http://schemas.microsoft.com/office/drawing/2014/main" id="{04CB39AB-857B-4CBA-9C04-457CBC1E9D58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0" name="Group 1609">
              <a:extLst>
                <a:ext uri="{FF2B5EF4-FFF2-40B4-BE49-F238E27FC236}">
                  <a16:creationId xmlns:a16="http://schemas.microsoft.com/office/drawing/2014/main" id="{3E2A7259-395D-4E19-A6E1-ACC15191C926}"/>
                </a:ext>
              </a:extLst>
            </p:cNvPr>
            <p:cNvGrpSpPr/>
            <p:nvPr/>
          </p:nvGrpSpPr>
          <p:grpSpPr>
            <a:xfrm>
              <a:off x="4391299" y="5550184"/>
              <a:ext cx="79465" cy="86836"/>
              <a:chOff x="6570750" y="5242848"/>
              <a:chExt cx="135426" cy="137159"/>
            </a:xfrm>
          </p:grpSpPr>
          <p:cxnSp>
            <p:nvCxnSpPr>
              <p:cNvPr id="1611" name="Straight Connector 1610">
                <a:extLst>
                  <a:ext uri="{FF2B5EF4-FFF2-40B4-BE49-F238E27FC236}">
                    <a16:creationId xmlns:a16="http://schemas.microsoft.com/office/drawing/2014/main" id="{3048111D-BB4C-427D-9F5F-DA66AD781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750" y="5321881"/>
                <a:ext cx="135426" cy="5812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3" name="Straight Connector 1612">
                <a:extLst>
                  <a:ext uri="{FF2B5EF4-FFF2-40B4-BE49-F238E27FC236}">
                    <a16:creationId xmlns:a16="http://schemas.microsoft.com/office/drawing/2014/main" id="{A077D6E3-CA14-4AEE-B3C9-394CCC4F29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70750" y="5242848"/>
                <a:ext cx="1024" cy="8871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8" name="Straight Connector 1617">
              <a:extLst>
                <a:ext uri="{FF2B5EF4-FFF2-40B4-BE49-F238E27FC236}">
                  <a16:creationId xmlns:a16="http://schemas.microsoft.com/office/drawing/2014/main" id="{F8769CE6-35A8-48DE-B70A-1969B1447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9899" y="5641403"/>
              <a:ext cx="2" cy="5549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0" name="Group 1619">
            <a:extLst>
              <a:ext uri="{FF2B5EF4-FFF2-40B4-BE49-F238E27FC236}">
                <a16:creationId xmlns:a16="http://schemas.microsoft.com/office/drawing/2014/main" id="{3BF958A4-57B9-46CE-8FD2-179B1F3F7740}"/>
              </a:ext>
            </a:extLst>
          </p:cNvPr>
          <p:cNvGrpSpPr/>
          <p:nvPr/>
        </p:nvGrpSpPr>
        <p:grpSpPr>
          <a:xfrm>
            <a:off x="6378720" y="5065631"/>
            <a:ext cx="236654" cy="135977"/>
            <a:chOff x="4233091" y="5439836"/>
            <a:chExt cx="161746" cy="163890"/>
          </a:xfrm>
        </p:grpSpPr>
        <p:grpSp>
          <p:nvGrpSpPr>
            <p:cNvPr id="1621" name="Group 1620">
              <a:extLst>
                <a:ext uri="{FF2B5EF4-FFF2-40B4-BE49-F238E27FC236}">
                  <a16:creationId xmlns:a16="http://schemas.microsoft.com/office/drawing/2014/main" id="{B975FB2C-A63E-443D-92B0-408291A14E5E}"/>
                </a:ext>
              </a:extLst>
            </p:cNvPr>
            <p:cNvGrpSpPr/>
            <p:nvPr/>
          </p:nvGrpSpPr>
          <p:grpSpPr>
            <a:xfrm>
              <a:off x="4233091" y="5439836"/>
              <a:ext cx="161746" cy="118872"/>
              <a:chOff x="6430532" y="5199733"/>
              <a:chExt cx="275647" cy="187761"/>
            </a:xfrm>
          </p:grpSpPr>
          <p:cxnSp>
            <p:nvCxnSpPr>
              <p:cNvPr id="1626" name="Straight Connector 1625">
                <a:extLst>
                  <a:ext uri="{FF2B5EF4-FFF2-40B4-BE49-F238E27FC236}">
                    <a16:creationId xmlns:a16="http://schemas.microsoft.com/office/drawing/2014/main" id="{A57492AA-B5DD-4CEE-A931-5349E59D7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9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7" name="Straight Connector 1626">
                <a:extLst>
                  <a:ext uri="{FF2B5EF4-FFF2-40B4-BE49-F238E27FC236}">
                    <a16:creationId xmlns:a16="http://schemas.microsoft.com/office/drawing/2014/main" id="{BD3A80EB-3585-42B2-8487-BE086EBC1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0532" y="5199733"/>
                <a:ext cx="138446" cy="5926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8" name="Straight Connector 1627">
                <a:extLst>
                  <a:ext uri="{FF2B5EF4-FFF2-40B4-BE49-F238E27FC236}">
                    <a16:creationId xmlns:a16="http://schemas.microsoft.com/office/drawing/2014/main" id="{F156FB18-3374-4820-B075-3F918CE7EB6E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25" name="Straight Connector 1624">
              <a:extLst>
                <a:ext uri="{FF2B5EF4-FFF2-40B4-BE49-F238E27FC236}">
                  <a16:creationId xmlns:a16="http://schemas.microsoft.com/office/drawing/2014/main" id="{A9DBC78E-5679-48D4-A71E-6DE164125C12}"/>
                </a:ext>
              </a:extLst>
            </p:cNvPr>
            <p:cNvCxnSpPr/>
            <p:nvPr/>
          </p:nvCxnSpPr>
          <p:spPr>
            <a:xfrm>
              <a:off x="4391598" y="5558095"/>
              <a:ext cx="0" cy="4563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B9A36B81-A4AF-435F-91B0-B61281081A8F}"/>
              </a:ext>
            </a:extLst>
          </p:cNvPr>
          <p:cNvCxnSpPr>
            <a:cxnSpLocks/>
          </p:cNvCxnSpPr>
          <p:nvPr/>
        </p:nvCxnSpPr>
        <p:spPr>
          <a:xfrm>
            <a:off x="4171323" y="5394838"/>
            <a:ext cx="638861" cy="1277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Straight Connector 1737">
            <a:extLst>
              <a:ext uri="{FF2B5EF4-FFF2-40B4-BE49-F238E27FC236}">
                <a16:creationId xmlns:a16="http://schemas.microsoft.com/office/drawing/2014/main" id="{48339068-E749-43B3-A2F4-DD2658B8C0ED}"/>
              </a:ext>
            </a:extLst>
          </p:cNvPr>
          <p:cNvCxnSpPr>
            <a:cxnSpLocks/>
          </p:cNvCxnSpPr>
          <p:nvPr/>
        </p:nvCxnSpPr>
        <p:spPr>
          <a:xfrm>
            <a:off x="3829327" y="5634376"/>
            <a:ext cx="2890296" cy="3806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Straight Connector 1738">
            <a:extLst>
              <a:ext uri="{FF2B5EF4-FFF2-40B4-BE49-F238E27FC236}">
                <a16:creationId xmlns:a16="http://schemas.microsoft.com/office/drawing/2014/main" id="{FCF40469-083A-49CF-BA92-2ED182BF3A40}"/>
              </a:ext>
            </a:extLst>
          </p:cNvPr>
          <p:cNvCxnSpPr>
            <a:cxnSpLocks/>
          </p:cNvCxnSpPr>
          <p:nvPr/>
        </p:nvCxnSpPr>
        <p:spPr>
          <a:xfrm flipV="1">
            <a:off x="6713245" y="5620952"/>
            <a:ext cx="2621960" cy="39403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>
            <a:off x="2711770" y="419879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>
            <a:off x="2711386" y="44709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>
            <a:off x="2712868" y="473820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>
            <a:off x="2712865" y="5010336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Straight Connector 1881">
            <a:extLst>
              <a:ext uri="{FF2B5EF4-FFF2-40B4-BE49-F238E27FC236}">
                <a16:creationId xmlns:a16="http://schemas.microsoft.com/office/drawing/2014/main" id="{65EFB16B-283C-405A-9273-374B522B685C}"/>
              </a:ext>
            </a:extLst>
          </p:cNvPr>
          <p:cNvCxnSpPr>
            <a:cxnSpLocks/>
          </p:cNvCxnSpPr>
          <p:nvPr/>
        </p:nvCxnSpPr>
        <p:spPr>
          <a:xfrm flipV="1">
            <a:off x="7080767" y="4073389"/>
            <a:ext cx="0" cy="72530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Straight Connector 1942">
            <a:extLst>
              <a:ext uri="{FF2B5EF4-FFF2-40B4-BE49-F238E27FC236}">
                <a16:creationId xmlns:a16="http://schemas.microsoft.com/office/drawing/2014/main" id="{0DF07A25-00A1-4E2B-A25A-8B227DC9AEB3}"/>
              </a:ext>
            </a:extLst>
          </p:cNvPr>
          <p:cNvCxnSpPr>
            <a:cxnSpLocks/>
          </p:cNvCxnSpPr>
          <p:nvPr/>
        </p:nvCxnSpPr>
        <p:spPr>
          <a:xfrm flipV="1">
            <a:off x="6381750" y="4818920"/>
            <a:ext cx="235842" cy="870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3" name="Group 1962">
            <a:extLst>
              <a:ext uri="{FF2B5EF4-FFF2-40B4-BE49-F238E27FC236}">
                <a16:creationId xmlns:a16="http://schemas.microsoft.com/office/drawing/2014/main" id="{D93DFD1C-02AE-4D7E-B872-460AEE545395}"/>
              </a:ext>
            </a:extLst>
          </p:cNvPr>
          <p:cNvGrpSpPr/>
          <p:nvPr/>
        </p:nvGrpSpPr>
        <p:grpSpPr>
          <a:xfrm>
            <a:off x="4031628" y="3716773"/>
            <a:ext cx="5287632" cy="2293504"/>
            <a:chOff x="4031628" y="3716773"/>
            <a:chExt cx="5287632" cy="2293504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776B3811-E8FA-4440-AF98-48B98E3F5F77}"/>
                </a:ext>
              </a:extLst>
            </p:cNvPr>
            <p:cNvCxnSpPr>
              <a:cxnSpLocks/>
            </p:cNvCxnSpPr>
            <p:nvPr/>
          </p:nvCxnSpPr>
          <p:spPr>
            <a:xfrm>
              <a:off x="7073900" y="3718560"/>
              <a:ext cx="2245360" cy="19314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BBADD3C8-0156-4015-ADED-FDBB757E1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8687" y="3743960"/>
              <a:ext cx="2588034" cy="2597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B7C7376D-CFCC-40FA-9C93-27A1735DA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227" y="4003729"/>
              <a:ext cx="0" cy="2006548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E0DEAB1C-2B8C-4A7B-AED1-C398FE67D84C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15" y="3825134"/>
              <a:ext cx="2684972" cy="178595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68B1737F-8772-40B3-98C1-F1802754B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499" y="3716773"/>
              <a:ext cx="3038576" cy="104132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4EACF88-C588-4A8F-BAB0-C23724FD6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271" y="4103370"/>
              <a:ext cx="0" cy="189357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E84DCDF-66D5-46C6-B682-486524A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1376" y="4103370"/>
              <a:ext cx="0" cy="1901193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B67BCED8-8828-44FB-9CF1-23D382C9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9271" y="3840480"/>
              <a:ext cx="2487449" cy="26267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D0C5C549-7637-416B-A439-E89DA306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1628" y="3908426"/>
              <a:ext cx="2595584" cy="19957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1" name="Straight Connector 1960">
              <a:extLst>
                <a:ext uri="{FF2B5EF4-FFF2-40B4-BE49-F238E27FC236}">
                  <a16:creationId xmlns:a16="http://schemas.microsoft.com/office/drawing/2014/main" id="{75567431-B0C1-4774-B518-949FFBDACA81}"/>
                </a:ext>
              </a:extLst>
            </p:cNvPr>
            <p:cNvCxnSpPr/>
            <p:nvPr/>
          </p:nvCxnSpPr>
          <p:spPr>
            <a:xfrm>
              <a:off x="9310370" y="3737873"/>
              <a:ext cx="0" cy="102607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1961">
              <a:extLst>
                <a:ext uri="{FF2B5EF4-FFF2-40B4-BE49-F238E27FC236}">
                  <a16:creationId xmlns:a16="http://schemas.microsoft.com/office/drawing/2014/main" id="{F4B1A5D7-D38B-421A-8DEE-C151916E7080}"/>
                </a:ext>
              </a:extLst>
            </p:cNvPr>
            <p:cNvCxnSpPr/>
            <p:nvPr/>
          </p:nvCxnSpPr>
          <p:spPr>
            <a:xfrm>
              <a:off x="4037467" y="3814131"/>
              <a:ext cx="0" cy="102607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461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06015" y="1681641"/>
            <a:ext cx="0" cy="72341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06015" y="1416023"/>
            <a:ext cx="1952897" cy="26873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00879" y="5369598"/>
            <a:ext cx="1750255" cy="1424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658179" y="2198058"/>
            <a:ext cx="0" cy="15451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180527" y="2244645"/>
            <a:ext cx="476074" cy="1205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179043" y="3581644"/>
            <a:ext cx="479135" cy="1563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297915" y="3664464"/>
            <a:ext cx="408100" cy="11822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06015" y="3737988"/>
            <a:ext cx="1952163" cy="437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02410" y="2239761"/>
            <a:ext cx="1878117" cy="2068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02410" y="2446636"/>
            <a:ext cx="0" cy="12182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02410" y="3576785"/>
            <a:ext cx="1878117" cy="88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180527" y="2239761"/>
            <a:ext cx="0" cy="1337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31800" y="236919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06015" y="3773341"/>
            <a:ext cx="0" cy="15962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20830" y="1782098"/>
            <a:ext cx="1713902" cy="3053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4035554" y="1979373"/>
            <a:ext cx="0" cy="34990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30057" y="1782097"/>
            <a:ext cx="2542538" cy="37739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658178" y="1415520"/>
            <a:ext cx="2592177" cy="14464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078750" y="935139"/>
            <a:ext cx="2232922" cy="3079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370174" y="2263852"/>
            <a:ext cx="0" cy="14094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662675" y="3737988"/>
            <a:ext cx="1370498" cy="280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076489" y="1539575"/>
            <a:ext cx="0" cy="32601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250355" y="1564643"/>
            <a:ext cx="0" cy="39396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36290" y="1877140"/>
            <a:ext cx="2531234" cy="3674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17713" y="1877141"/>
            <a:ext cx="1720134" cy="29292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248108" y="2246070"/>
            <a:ext cx="1320462" cy="1284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246165" y="2374490"/>
            <a:ext cx="0" cy="9241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173402" y="3290800"/>
            <a:ext cx="2196911" cy="2181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173402" y="3321962"/>
            <a:ext cx="2196772" cy="174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244607" y="3938833"/>
            <a:ext cx="0" cy="9877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172828" y="2006935"/>
            <a:ext cx="0" cy="17309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896910" y="2011087"/>
            <a:ext cx="0" cy="17530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171324" y="2300941"/>
            <a:ext cx="1073283" cy="742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37467" y="3669990"/>
            <a:ext cx="2341039" cy="6788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896910" y="1979609"/>
            <a:ext cx="138761" cy="293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35671" y="1979373"/>
            <a:ext cx="137730" cy="2650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20830" y="2082808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658178" y="1412907"/>
            <a:ext cx="0" cy="6214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13943" y="260946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762933" y="2645783"/>
            <a:ext cx="0" cy="6605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08905" y="2703399"/>
            <a:ext cx="0" cy="5952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03985" y="2645750"/>
            <a:ext cx="462687" cy="605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358244" y="2754817"/>
            <a:ext cx="0" cy="5500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07257" y="2720127"/>
            <a:ext cx="0" cy="5862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358209" y="2720539"/>
            <a:ext cx="354588" cy="360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392913" y="2754817"/>
            <a:ext cx="279779" cy="2643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672693" y="2781247"/>
            <a:ext cx="0" cy="5236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173401" y="4929422"/>
            <a:ext cx="1075511" cy="11146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242159" y="4933025"/>
            <a:ext cx="1133350" cy="1310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494745" y="1248266"/>
            <a:ext cx="2018328" cy="31082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494220" y="1329297"/>
            <a:ext cx="2018853" cy="3199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495954" y="1556650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495194" y="1650045"/>
            <a:ext cx="210821" cy="3159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05204" y="1329681"/>
            <a:ext cx="2756729" cy="1636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05204" y="1248071"/>
            <a:ext cx="2750580" cy="164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10006" y="1243126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659884" y="198894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20830" y="2171620"/>
            <a:ext cx="383320" cy="264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858372" y="2208338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056884" y="222246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260396" y="223633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460814" y="225170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661231" y="226385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861647" y="2279485"/>
            <a:ext cx="35264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F97843C-42D4-42E4-9DB2-A3D8841412DB}"/>
              </a:ext>
            </a:extLst>
          </p:cNvPr>
          <p:cNvCxnSpPr>
            <a:cxnSpLocks/>
          </p:cNvCxnSpPr>
          <p:nvPr/>
        </p:nvCxnSpPr>
        <p:spPr>
          <a:xfrm>
            <a:off x="2800595" y="5184737"/>
            <a:ext cx="816394" cy="488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447678" y="3782110"/>
            <a:ext cx="1385104" cy="532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849">
            <a:extLst>
              <a:ext uri="{FF2B5EF4-FFF2-40B4-BE49-F238E27FC236}">
                <a16:creationId xmlns:a16="http://schemas.microsoft.com/office/drawing/2014/main" id="{80085CE9-EAE7-429C-A96B-CDEDA148F500}"/>
              </a:ext>
            </a:extLst>
          </p:cNvPr>
          <p:cNvCxnSpPr>
            <a:cxnSpLocks/>
          </p:cNvCxnSpPr>
          <p:nvPr/>
        </p:nvCxnSpPr>
        <p:spPr>
          <a:xfrm>
            <a:off x="2444223" y="5521154"/>
            <a:ext cx="1396257" cy="1178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447678" y="3776449"/>
            <a:ext cx="0" cy="174233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29327" y="3835403"/>
            <a:ext cx="3455" cy="17989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35608" y="3765816"/>
            <a:ext cx="0" cy="16897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4DFC76BE-FB3A-48DC-9CCD-3552627C7D49}"/>
              </a:ext>
            </a:extLst>
          </p:cNvPr>
          <p:cNvCxnSpPr>
            <a:cxnSpLocks/>
          </p:cNvCxnSpPr>
          <p:nvPr/>
        </p:nvCxnSpPr>
        <p:spPr>
          <a:xfrm flipV="1">
            <a:off x="3829327" y="5478389"/>
            <a:ext cx="208519" cy="142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32782" y="3768725"/>
            <a:ext cx="200915" cy="666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H="1" flipV="1">
            <a:off x="2636662" y="4003865"/>
            <a:ext cx="2724" cy="133430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641470" y="5335500"/>
            <a:ext cx="975519" cy="506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16989" y="4003729"/>
            <a:ext cx="0" cy="13857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34122" y="4006405"/>
            <a:ext cx="987530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00595" y="4007578"/>
            <a:ext cx="0" cy="1912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35055" y="5238324"/>
            <a:ext cx="170403" cy="9717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02224" y="5240566"/>
            <a:ext cx="815911" cy="375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16998" y="930656"/>
            <a:ext cx="0" cy="47037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250173" y="1447056"/>
            <a:ext cx="1122781" cy="1164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369208" y="1449155"/>
            <a:ext cx="711559" cy="904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 flipV="1">
            <a:off x="4171782" y="3929059"/>
            <a:ext cx="2208695" cy="2446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376886" y="3916963"/>
            <a:ext cx="0" cy="11484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719623" y="4962585"/>
            <a:ext cx="485492" cy="3675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379125" y="4959012"/>
            <a:ext cx="339620" cy="3968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375509" y="4831040"/>
            <a:ext cx="353178" cy="390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908">
            <a:extLst>
              <a:ext uri="{FF2B5EF4-FFF2-40B4-BE49-F238E27FC236}">
                <a16:creationId xmlns:a16="http://schemas.microsoft.com/office/drawing/2014/main" id="{C83585C2-9C5A-41A8-B3E6-AA2DEC34AC54}"/>
              </a:ext>
            </a:extLst>
          </p:cNvPr>
          <p:cNvCxnSpPr>
            <a:cxnSpLocks/>
          </p:cNvCxnSpPr>
          <p:nvPr/>
        </p:nvCxnSpPr>
        <p:spPr>
          <a:xfrm flipV="1">
            <a:off x="6723360" y="4857905"/>
            <a:ext cx="0" cy="40032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199175" y="4820940"/>
            <a:ext cx="0" cy="3806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074118" y="4800733"/>
            <a:ext cx="132060" cy="268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724213" y="4828850"/>
            <a:ext cx="476639" cy="3772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372954" y="4800821"/>
            <a:ext cx="702947" cy="272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718745" y="5193389"/>
            <a:ext cx="480430" cy="64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198123" y="5189014"/>
            <a:ext cx="2115284" cy="43387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14738" y="939529"/>
            <a:ext cx="1073319" cy="348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32405" y="1137920"/>
            <a:ext cx="0" cy="413625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9311672" y="5150335"/>
            <a:ext cx="2421330" cy="4733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30809" y="1147013"/>
            <a:ext cx="955251" cy="2626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386060" y="1288094"/>
            <a:ext cx="867" cy="12668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365275" y="2773266"/>
            <a:ext cx="281782" cy="360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649835" y="2803117"/>
            <a:ext cx="0" cy="5017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589510" y="4130579"/>
            <a:ext cx="597216" cy="860015"/>
            <a:chOff x="4650470" y="4272819"/>
            <a:chExt cx="597216" cy="860015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003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164762" y="4138296"/>
            <a:ext cx="276445" cy="830997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178646" y="3405088"/>
            <a:ext cx="0" cy="173269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178291" y="3405087"/>
            <a:ext cx="1853764" cy="342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32405" y="5136939"/>
            <a:ext cx="745886" cy="1335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32037" y="5030980"/>
            <a:ext cx="509559" cy="92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36300" y="5033409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40341" y="3306381"/>
            <a:ext cx="0" cy="172853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38980" y="3302368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34083" y="3301707"/>
            <a:ext cx="1802846" cy="574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249411" y="1436624"/>
            <a:ext cx="0" cy="18748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279891" y="3620842"/>
            <a:ext cx="1752164" cy="413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280122" y="3656865"/>
            <a:ext cx="0" cy="179830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33002" y="3628565"/>
            <a:ext cx="0" cy="1518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2032055" y="3439938"/>
            <a:ext cx="0" cy="1809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249411" y="2892432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31204" y="2994438"/>
            <a:ext cx="0" cy="3647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245855" y="2922746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02906" y="392905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29446" y="3321962"/>
            <a:ext cx="302609" cy="1173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263992" y="387895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H="1" flipV="1">
            <a:off x="9667822" y="1290320"/>
            <a:ext cx="53" cy="37922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9982220" y="1375665"/>
            <a:ext cx="0" cy="193071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426854" y="1872693"/>
            <a:ext cx="829161" cy="1616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426854" y="2544275"/>
            <a:ext cx="829161" cy="9862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426854" y="3282636"/>
            <a:ext cx="526711" cy="194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435770" y="3942803"/>
            <a:ext cx="503719" cy="96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422612" y="4479915"/>
            <a:ext cx="526711" cy="614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245855" y="1409208"/>
            <a:ext cx="143336" cy="317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25482" y="1211814"/>
            <a:ext cx="835538" cy="2297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35090" y="1375664"/>
            <a:ext cx="895350" cy="12475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567168" y="2158816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365872" y="1451249"/>
            <a:ext cx="0" cy="681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257800" y="1300291"/>
            <a:ext cx="1177290" cy="1138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259154" y="1375664"/>
            <a:ext cx="1175936" cy="1182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37218" y="1300291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1370">
            <a:extLst>
              <a:ext uri="{FF2B5EF4-FFF2-40B4-BE49-F238E27FC236}">
                <a16:creationId xmlns:a16="http://schemas.microsoft.com/office/drawing/2014/main" id="{0F309941-3C2F-468B-9393-C7A9586F6794}"/>
              </a:ext>
            </a:extLst>
          </p:cNvPr>
          <p:cNvCxnSpPr>
            <a:cxnSpLocks/>
          </p:cNvCxnSpPr>
          <p:nvPr/>
        </p:nvCxnSpPr>
        <p:spPr>
          <a:xfrm flipV="1">
            <a:off x="5255845" y="1414145"/>
            <a:ext cx="0" cy="7690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365872" y="1375664"/>
            <a:ext cx="69218" cy="713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077075" y="1498033"/>
            <a:ext cx="244741" cy="399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35090" y="1300291"/>
            <a:ext cx="895350" cy="1237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1816" y="1422660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079568" y="1243040"/>
            <a:ext cx="0" cy="1463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376831" y="2324501"/>
            <a:ext cx="1729494" cy="1920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099912" y="2313017"/>
            <a:ext cx="0" cy="11424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0" cy="10070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376831" y="2514808"/>
            <a:ext cx="54969" cy="461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374384" y="3453698"/>
            <a:ext cx="1725163" cy="690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171324" y="3949702"/>
            <a:ext cx="0" cy="14428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17522" y="3793901"/>
            <a:ext cx="1419407" cy="753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17523" y="3869245"/>
            <a:ext cx="0" cy="156635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1496">
            <a:extLst>
              <a:ext uri="{FF2B5EF4-FFF2-40B4-BE49-F238E27FC236}">
                <a16:creationId xmlns:a16="http://schemas.microsoft.com/office/drawing/2014/main" id="{0AC5C54B-E7F8-4830-97AE-B38D076B57CF}"/>
              </a:ext>
            </a:extLst>
          </p:cNvPr>
          <p:cNvCxnSpPr>
            <a:cxnSpLocks/>
          </p:cNvCxnSpPr>
          <p:nvPr/>
        </p:nvCxnSpPr>
        <p:spPr>
          <a:xfrm flipV="1">
            <a:off x="4170052" y="5063660"/>
            <a:ext cx="2209053" cy="2345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444223" y="3738711"/>
            <a:ext cx="217034" cy="430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799525" y="5095515"/>
            <a:ext cx="817464" cy="847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Straight Connector 1592">
            <a:extLst>
              <a:ext uri="{FF2B5EF4-FFF2-40B4-BE49-F238E27FC236}">
                <a16:creationId xmlns:a16="http://schemas.microsoft.com/office/drawing/2014/main" id="{227DC571-6897-4827-BFD5-071D3FD50239}"/>
              </a:ext>
            </a:extLst>
          </p:cNvPr>
          <p:cNvCxnSpPr>
            <a:cxnSpLocks/>
          </p:cNvCxnSpPr>
          <p:nvPr/>
        </p:nvCxnSpPr>
        <p:spPr>
          <a:xfrm flipH="1">
            <a:off x="4030058" y="5395809"/>
            <a:ext cx="141265" cy="8757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26573" y="1335772"/>
            <a:ext cx="130028" cy="802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/>
          <p:nvPr/>
        </p:nvCxnSpPr>
        <p:spPr>
          <a:xfrm flipH="1">
            <a:off x="5248912" y="1490413"/>
            <a:ext cx="6872" cy="731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Straight Connector 1599">
            <a:extLst>
              <a:ext uri="{FF2B5EF4-FFF2-40B4-BE49-F238E27FC236}">
                <a16:creationId xmlns:a16="http://schemas.microsoft.com/office/drawing/2014/main" id="{A167E2D7-0E9D-4D31-B569-DB3EB2D7C494}"/>
              </a:ext>
            </a:extLst>
          </p:cNvPr>
          <p:cNvCxnSpPr>
            <a:cxnSpLocks/>
          </p:cNvCxnSpPr>
          <p:nvPr/>
        </p:nvCxnSpPr>
        <p:spPr>
          <a:xfrm flipV="1">
            <a:off x="4387871" y="5091135"/>
            <a:ext cx="2104054" cy="2394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1" name="Straight Connector 1600">
            <a:extLst>
              <a:ext uri="{FF2B5EF4-FFF2-40B4-BE49-F238E27FC236}">
                <a16:creationId xmlns:a16="http://schemas.microsoft.com/office/drawing/2014/main" id="{3C06152B-C0D1-4DDB-8D84-99C55AA7A090}"/>
              </a:ext>
            </a:extLst>
          </p:cNvPr>
          <p:cNvCxnSpPr>
            <a:cxnSpLocks/>
          </p:cNvCxnSpPr>
          <p:nvPr/>
        </p:nvCxnSpPr>
        <p:spPr>
          <a:xfrm flipV="1">
            <a:off x="4401410" y="5128260"/>
            <a:ext cx="2096545" cy="23833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2" name="Straight Connector 1601">
            <a:extLst>
              <a:ext uri="{FF2B5EF4-FFF2-40B4-BE49-F238E27FC236}">
                <a16:creationId xmlns:a16="http://schemas.microsoft.com/office/drawing/2014/main" id="{21D7C35C-7990-4D60-9760-2D6ECC1084CA}"/>
              </a:ext>
            </a:extLst>
          </p:cNvPr>
          <p:cNvCxnSpPr>
            <a:cxnSpLocks/>
          </p:cNvCxnSpPr>
          <p:nvPr/>
        </p:nvCxnSpPr>
        <p:spPr>
          <a:xfrm flipV="1">
            <a:off x="4599171" y="5158740"/>
            <a:ext cx="2007369" cy="2335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Straight Connector 1602">
            <a:extLst>
              <a:ext uri="{FF2B5EF4-FFF2-40B4-BE49-F238E27FC236}">
                <a16:creationId xmlns:a16="http://schemas.microsoft.com/office/drawing/2014/main" id="{2C0704D9-97FA-4746-86F7-4377AB1FBCA2}"/>
              </a:ext>
            </a:extLst>
          </p:cNvPr>
          <p:cNvCxnSpPr>
            <a:cxnSpLocks/>
          </p:cNvCxnSpPr>
          <p:nvPr/>
        </p:nvCxnSpPr>
        <p:spPr>
          <a:xfrm flipV="1">
            <a:off x="4599171" y="5198745"/>
            <a:ext cx="2011179" cy="2358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4" name="Straight Connector 1603">
            <a:extLst>
              <a:ext uri="{FF2B5EF4-FFF2-40B4-BE49-F238E27FC236}">
                <a16:creationId xmlns:a16="http://schemas.microsoft.com/office/drawing/2014/main" id="{E536D257-9CA8-4A50-B2AE-DC6EC423E08C}"/>
              </a:ext>
            </a:extLst>
          </p:cNvPr>
          <p:cNvCxnSpPr>
            <a:cxnSpLocks/>
          </p:cNvCxnSpPr>
          <p:nvPr/>
        </p:nvCxnSpPr>
        <p:spPr>
          <a:xfrm flipV="1">
            <a:off x="4810186" y="5227470"/>
            <a:ext cx="1906185" cy="2366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Straight Connector 1614">
            <a:extLst>
              <a:ext uri="{FF2B5EF4-FFF2-40B4-BE49-F238E27FC236}">
                <a16:creationId xmlns:a16="http://schemas.microsoft.com/office/drawing/2014/main" id="{864F7C7D-3712-4F0E-9E45-187440EFA43A}"/>
              </a:ext>
            </a:extLst>
          </p:cNvPr>
          <p:cNvCxnSpPr>
            <a:cxnSpLocks/>
          </p:cNvCxnSpPr>
          <p:nvPr/>
        </p:nvCxnSpPr>
        <p:spPr>
          <a:xfrm flipV="1">
            <a:off x="4810184" y="5258233"/>
            <a:ext cx="1918503" cy="2617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9" name="Group 1618">
            <a:extLst>
              <a:ext uri="{FF2B5EF4-FFF2-40B4-BE49-F238E27FC236}">
                <a16:creationId xmlns:a16="http://schemas.microsoft.com/office/drawing/2014/main" id="{A529C4C8-9310-4A43-A33B-F4085047F6CE}"/>
              </a:ext>
            </a:extLst>
          </p:cNvPr>
          <p:cNvGrpSpPr/>
          <p:nvPr/>
        </p:nvGrpSpPr>
        <p:grpSpPr>
          <a:xfrm>
            <a:off x="4170834" y="5297614"/>
            <a:ext cx="641673" cy="221168"/>
            <a:chOff x="4231789" y="5439842"/>
            <a:chExt cx="238975" cy="257059"/>
          </a:xfrm>
        </p:grpSpPr>
        <p:grpSp>
          <p:nvGrpSpPr>
            <p:cNvPr id="1605" name="Group 1604">
              <a:extLst>
                <a:ext uri="{FF2B5EF4-FFF2-40B4-BE49-F238E27FC236}">
                  <a16:creationId xmlns:a16="http://schemas.microsoft.com/office/drawing/2014/main" id="{F9F03F23-1B6E-4E21-A8C7-B24B23604851}"/>
                </a:ext>
              </a:extLst>
            </p:cNvPr>
            <p:cNvGrpSpPr/>
            <p:nvPr/>
          </p:nvGrpSpPr>
          <p:grpSpPr>
            <a:xfrm>
              <a:off x="4231789" y="5439842"/>
              <a:ext cx="162067" cy="114783"/>
              <a:chOff x="6428313" y="5199733"/>
              <a:chExt cx="276194" cy="181302"/>
            </a:xfrm>
          </p:grpSpPr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E1C788AB-B6F7-4B67-85E9-EED1EE70B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6062" y="5321770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Straight Connector 962">
                <a:extLst>
                  <a:ext uri="{FF2B5EF4-FFF2-40B4-BE49-F238E27FC236}">
                    <a16:creationId xmlns:a16="http://schemas.microsoft.com/office/drawing/2014/main" id="{EDF54B2C-4BE0-4CF6-B69C-F8C85E018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8313" y="5199733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" name="Straight Connector 963">
                <a:extLst>
                  <a:ext uri="{FF2B5EF4-FFF2-40B4-BE49-F238E27FC236}">
                    <a16:creationId xmlns:a16="http://schemas.microsoft.com/office/drawing/2014/main" id="{04CB39AB-857B-4CBA-9C04-457CBC1E9D58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0" name="Group 1609">
              <a:extLst>
                <a:ext uri="{FF2B5EF4-FFF2-40B4-BE49-F238E27FC236}">
                  <a16:creationId xmlns:a16="http://schemas.microsoft.com/office/drawing/2014/main" id="{3E2A7259-395D-4E19-A6E1-ACC15191C926}"/>
                </a:ext>
              </a:extLst>
            </p:cNvPr>
            <p:cNvGrpSpPr/>
            <p:nvPr/>
          </p:nvGrpSpPr>
          <p:grpSpPr>
            <a:xfrm>
              <a:off x="4391299" y="5550184"/>
              <a:ext cx="79465" cy="86836"/>
              <a:chOff x="6570750" y="5242848"/>
              <a:chExt cx="135426" cy="137159"/>
            </a:xfrm>
          </p:grpSpPr>
          <p:cxnSp>
            <p:nvCxnSpPr>
              <p:cNvPr id="1611" name="Straight Connector 1610">
                <a:extLst>
                  <a:ext uri="{FF2B5EF4-FFF2-40B4-BE49-F238E27FC236}">
                    <a16:creationId xmlns:a16="http://schemas.microsoft.com/office/drawing/2014/main" id="{3048111D-BB4C-427D-9F5F-DA66AD781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750" y="5321881"/>
                <a:ext cx="135426" cy="5812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3" name="Straight Connector 1612">
                <a:extLst>
                  <a:ext uri="{FF2B5EF4-FFF2-40B4-BE49-F238E27FC236}">
                    <a16:creationId xmlns:a16="http://schemas.microsoft.com/office/drawing/2014/main" id="{A077D6E3-CA14-4AEE-B3C9-394CCC4F29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70750" y="5242848"/>
                <a:ext cx="1024" cy="8871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8" name="Straight Connector 1617">
              <a:extLst>
                <a:ext uri="{FF2B5EF4-FFF2-40B4-BE49-F238E27FC236}">
                  <a16:creationId xmlns:a16="http://schemas.microsoft.com/office/drawing/2014/main" id="{F8769CE6-35A8-48DE-B70A-1969B1447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9899" y="5641403"/>
              <a:ext cx="2" cy="5549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0" name="Group 1619">
            <a:extLst>
              <a:ext uri="{FF2B5EF4-FFF2-40B4-BE49-F238E27FC236}">
                <a16:creationId xmlns:a16="http://schemas.microsoft.com/office/drawing/2014/main" id="{3BF958A4-57B9-46CE-8FD2-179B1F3F7740}"/>
              </a:ext>
            </a:extLst>
          </p:cNvPr>
          <p:cNvGrpSpPr/>
          <p:nvPr/>
        </p:nvGrpSpPr>
        <p:grpSpPr>
          <a:xfrm>
            <a:off x="6374971" y="5061643"/>
            <a:ext cx="349710" cy="205097"/>
            <a:chOff x="4231787" y="5439836"/>
            <a:chExt cx="239017" cy="247198"/>
          </a:xfrm>
        </p:grpSpPr>
        <p:grpSp>
          <p:nvGrpSpPr>
            <p:cNvPr id="1621" name="Group 1620">
              <a:extLst>
                <a:ext uri="{FF2B5EF4-FFF2-40B4-BE49-F238E27FC236}">
                  <a16:creationId xmlns:a16="http://schemas.microsoft.com/office/drawing/2014/main" id="{B975FB2C-A63E-443D-92B0-408291A14E5E}"/>
                </a:ext>
              </a:extLst>
            </p:cNvPr>
            <p:cNvGrpSpPr/>
            <p:nvPr/>
          </p:nvGrpSpPr>
          <p:grpSpPr>
            <a:xfrm>
              <a:off x="4231787" y="5439836"/>
              <a:ext cx="163048" cy="118872"/>
              <a:chOff x="6428313" y="5199733"/>
              <a:chExt cx="277866" cy="187761"/>
            </a:xfrm>
          </p:grpSpPr>
          <p:cxnSp>
            <p:nvCxnSpPr>
              <p:cNvPr id="1626" name="Straight Connector 1625">
                <a:extLst>
                  <a:ext uri="{FF2B5EF4-FFF2-40B4-BE49-F238E27FC236}">
                    <a16:creationId xmlns:a16="http://schemas.microsoft.com/office/drawing/2014/main" id="{A57492AA-B5DD-4CEE-A931-5349E59D7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9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7" name="Straight Connector 1626">
                <a:extLst>
                  <a:ext uri="{FF2B5EF4-FFF2-40B4-BE49-F238E27FC236}">
                    <a16:creationId xmlns:a16="http://schemas.microsoft.com/office/drawing/2014/main" id="{BD3A80EB-3585-42B2-8487-BE086EBC1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8313" y="5199733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8" name="Straight Connector 1627">
                <a:extLst>
                  <a:ext uri="{FF2B5EF4-FFF2-40B4-BE49-F238E27FC236}">
                    <a16:creationId xmlns:a16="http://schemas.microsoft.com/office/drawing/2014/main" id="{F156FB18-3374-4820-B075-3F918CE7EB6E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2" name="Group 1621">
              <a:extLst>
                <a:ext uri="{FF2B5EF4-FFF2-40B4-BE49-F238E27FC236}">
                  <a16:creationId xmlns:a16="http://schemas.microsoft.com/office/drawing/2014/main" id="{0F4AE33C-14C6-45C0-9C2A-B14FBA8F7D02}"/>
                </a:ext>
              </a:extLst>
            </p:cNvPr>
            <p:cNvGrpSpPr/>
            <p:nvPr/>
          </p:nvGrpSpPr>
          <p:grpSpPr>
            <a:xfrm>
              <a:off x="4388994" y="5560392"/>
              <a:ext cx="81810" cy="81351"/>
              <a:chOff x="6566758" y="5258998"/>
              <a:chExt cx="139421" cy="128496"/>
            </a:xfrm>
          </p:grpSpPr>
          <p:cxnSp>
            <p:nvCxnSpPr>
              <p:cNvPr id="1624" name="Straight Connector 1623">
                <a:extLst>
                  <a:ext uri="{FF2B5EF4-FFF2-40B4-BE49-F238E27FC236}">
                    <a16:creationId xmlns:a16="http://schemas.microsoft.com/office/drawing/2014/main" id="{059354F4-23C4-4F29-AF41-B8FEF787C6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9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23" name="Straight Connector 1622">
              <a:extLst>
                <a:ext uri="{FF2B5EF4-FFF2-40B4-BE49-F238E27FC236}">
                  <a16:creationId xmlns:a16="http://schemas.microsoft.com/office/drawing/2014/main" id="{2BABCA96-E9EC-43B2-AF3E-8E99DA3F88E2}"/>
                </a:ext>
              </a:extLst>
            </p:cNvPr>
            <p:cNvCxnSpPr/>
            <p:nvPr/>
          </p:nvCxnSpPr>
          <p:spPr>
            <a:xfrm>
              <a:off x="4469901" y="5641403"/>
              <a:ext cx="0" cy="4563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B9A36B81-A4AF-435F-91B0-B61281081A8F}"/>
              </a:ext>
            </a:extLst>
          </p:cNvPr>
          <p:cNvCxnSpPr>
            <a:cxnSpLocks/>
          </p:cNvCxnSpPr>
          <p:nvPr/>
        </p:nvCxnSpPr>
        <p:spPr>
          <a:xfrm>
            <a:off x="4171323" y="5394838"/>
            <a:ext cx="638861" cy="1277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Straight Connector 1737">
            <a:extLst>
              <a:ext uri="{FF2B5EF4-FFF2-40B4-BE49-F238E27FC236}">
                <a16:creationId xmlns:a16="http://schemas.microsoft.com/office/drawing/2014/main" id="{48339068-E749-43B3-A2F4-DD2658B8C0ED}"/>
              </a:ext>
            </a:extLst>
          </p:cNvPr>
          <p:cNvCxnSpPr>
            <a:cxnSpLocks/>
          </p:cNvCxnSpPr>
          <p:nvPr/>
        </p:nvCxnSpPr>
        <p:spPr>
          <a:xfrm>
            <a:off x="3829327" y="5634376"/>
            <a:ext cx="2890296" cy="3806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Straight Connector 1738">
            <a:extLst>
              <a:ext uri="{FF2B5EF4-FFF2-40B4-BE49-F238E27FC236}">
                <a16:creationId xmlns:a16="http://schemas.microsoft.com/office/drawing/2014/main" id="{FCF40469-083A-49CF-BA92-2ED182BF3A40}"/>
              </a:ext>
            </a:extLst>
          </p:cNvPr>
          <p:cNvCxnSpPr>
            <a:cxnSpLocks/>
          </p:cNvCxnSpPr>
          <p:nvPr/>
        </p:nvCxnSpPr>
        <p:spPr>
          <a:xfrm flipV="1">
            <a:off x="6713245" y="5620952"/>
            <a:ext cx="2621960" cy="39403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3" name="Rectangle 1782">
            <a:extLst>
              <a:ext uri="{FF2B5EF4-FFF2-40B4-BE49-F238E27FC236}">
                <a16:creationId xmlns:a16="http://schemas.microsoft.com/office/drawing/2014/main" id="{6D65DFF2-2D0A-44FE-B450-4332FC277DE6}"/>
              </a:ext>
            </a:extLst>
          </p:cNvPr>
          <p:cNvSpPr/>
          <p:nvPr/>
        </p:nvSpPr>
        <p:spPr>
          <a:xfrm>
            <a:off x="2711770" y="4198798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>
            <a:extLst>
              <a:ext uri="{FF2B5EF4-FFF2-40B4-BE49-F238E27FC236}">
                <a16:creationId xmlns:a16="http://schemas.microsoft.com/office/drawing/2014/main" id="{72E32209-75F6-4BF3-9781-7E564259A8A0}"/>
              </a:ext>
            </a:extLst>
          </p:cNvPr>
          <p:cNvSpPr/>
          <p:nvPr/>
        </p:nvSpPr>
        <p:spPr>
          <a:xfrm>
            <a:off x="2711386" y="447093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>
            <a:extLst>
              <a:ext uri="{FF2B5EF4-FFF2-40B4-BE49-F238E27FC236}">
                <a16:creationId xmlns:a16="http://schemas.microsoft.com/office/drawing/2014/main" id="{B65FF7D6-46EC-4A60-A5C7-53944CD14472}"/>
              </a:ext>
            </a:extLst>
          </p:cNvPr>
          <p:cNvSpPr/>
          <p:nvPr/>
        </p:nvSpPr>
        <p:spPr>
          <a:xfrm>
            <a:off x="2712868" y="4738202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Rectangle 1785">
            <a:extLst>
              <a:ext uri="{FF2B5EF4-FFF2-40B4-BE49-F238E27FC236}">
                <a16:creationId xmlns:a16="http://schemas.microsoft.com/office/drawing/2014/main" id="{6651F65E-E22D-4791-9AA6-4232A65CE463}"/>
              </a:ext>
            </a:extLst>
          </p:cNvPr>
          <p:cNvSpPr/>
          <p:nvPr/>
        </p:nvSpPr>
        <p:spPr>
          <a:xfrm>
            <a:off x="2712865" y="5010336"/>
            <a:ext cx="905526" cy="4571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3776D152-7DD3-421B-9C9B-86EFAA04233D}"/>
              </a:ext>
            </a:extLst>
          </p:cNvPr>
          <p:cNvCxnSpPr>
            <a:cxnSpLocks/>
          </p:cNvCxnSpPr>
          <p:nvPr/>
        </p:nvCxnSpPr>
        <p:spPr>
          <a:xfrm flipV="1">
            <a:off x="2799525" y="4243647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Straight Connector 1791">
            <a:extLst>
              <a:ext uri="{FF2B5EF4-FFF2-40B4-BE49-F238E27FC236}">
                <a16:creationId xmlns:a16="http://schemas.microsoft.com/office/drawing/2014/main" id="{A48AB999-EF2A-4DA4-A5D8-1CE3C84476DB}"/>
              </a:ext>
            </a:extLst>
          </p:cNvPr>
          <p:cNvCxnSpPr>
            <a:cxnSpLocks/>
          </p:cNvCxnSpPr>
          <p:nvPr/>
        </p:nvCxnSpPr>
        <p:spPr>
          <a:xfrm flipV="1">
            <a:off x="2800605" y="4515954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13BC2791-92A8-452E-89E1-090C0AC1DC27}"/>
              </a:ext>
            </a:extLst>
          </p:cNvPr>
          <p:cNvCxnSpPr>
            <a:cxnSpLocks/>
          </p:cNvCxnSpPr>
          <p:nvPr/>
        </p:nvCxnSpPr>
        <p:spPr>
          <a:xfrm flipV="1">
            <a:off x="2799780" y="4780734"/>
            <a:ext cx="0" cy="2272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4" name="Straight Connector 1793">
            <a:extLst>
              <a:ext uri="{FF2B5EF4-FFF2-40B4-BE49-F238E27FC236}">
                <a16:creationId xmlns:a16="http://schemas.microsoft.com/office/drawing/2014/main" id="{FD147856-01C3-452D-A2EC-A967ADDA1FF2}"/>
              </a:ext>
            </a:extLst>
          </p:cNvPr>
          <p:cNvCxnSpPr>
            <a:cxnSpLocks/>
          </p:cNvCxnSpPr>
          <p:nvPr/>
        </p:nvCxnSpPr>
        <p:spPr>
          <a:xfrm flipV="1">
            <a:off x="2799525" y="5056056"/>
            <a:ext cx="0" cy="1822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EDDC0CF-0104-46CF-A732-F9F73C959F18}"/>
              </a:ext>
            </a:extLst>
          </p:cNvPr>
          <p:cNvGrpSpPr/>
          <p:nvPr/>
        </p:nvGrpSpPr>
        <p:grpSpPr>
          <a:xfrm>
            <a:off x="1154599" y="4121783"/>
            <a:ext cx="846601" cy="868811"/>
            <a:chOff x="1825945" y="4155440"/>
            <a:chExt cx="1246727" cy="1026160"/>
          </a:xfrm>
        </p:grpSpPr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7E8885AB-AF8C-4FF3-B450-D07557F04D7C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B13BD019-A8DD-404F-8EBE-099DA45900A1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D2EA34E8-41E9-4BA9-B397-8E44D094A22A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5E13A801-C2F4-481F-97EA-100976CF6F4C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0AEA156D-57DB-430A-AD25-7C4101C58FE2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636A3CF-F26C-468B-BF08-3567747BEEF7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82465B0E-2004-4BD1-89C0-4E058D1AC2CA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CA046905-9582-4925-92A8-2E798E2CA3B9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248A0E34-9BEF-483B-B91B-6734FC026BA9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106DA0BC-3CCB-4726-A1A4-4D10029F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315C86A6-4889-43B4-801C-0E74D2D85AA0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CABCC177-8DFC-4B32-81F0-885916A2BF34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C871ED4D-A36C-4873-8AE0-90F0BF7586F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9CDDC281-4036-4FA9-9059-E00694273D85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55A1FA37-F065-4C54-970F-77E2A9E86843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9C52D5E6-722F-4C76-B7C6-A67B1DF50191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146C638B-E8AA-42EE-8FD1-A1A181850D8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13CB8944-5AE1-41EC-823F-5FBD3A859E3D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E344FADA-6356-4397-922F-DE19D1ECC921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CAFE7EEA-72A4-4E27-9F20-90C9077DE28F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86FA2337-CA67-4F1E-9696-DC38CEC25159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F2F1250-777D-423F-BC92-C876C32A13B2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AC484E77-647F-4A63-9A3D-4E15A944EB14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07B1B545-4AEA-4C91-B7ED-1581F6EE6E3A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CBAC04D-913B-48A4-B801-4B9F463A8E6F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BEED81DF-E726-49C3-B0DD-03D7CC20B248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1BB60A60-216A-49C6-A52D-0D63969086AC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C7C94A48-677F-4C89-990C-45B5374FAEAC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48FF663A-48CB-4A7E-8AF0-156898F362B9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9B2BE9EA-06AC-4DDF-A2A3-4CD51A08636E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0357CEBD-2169-4BB9-8254-4261D2C6BCB2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C5E90C3-5678-42E2-A3BF-76003610C560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D40B8D3F-DDF5-41BC-A904-A9AA16107F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70DE90C0-09F9-4381-8452-018B7E010012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1A9BEFEA-06F1-4436-9020-7DA7534E68D7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5B23A3ED-77CD-41AC-B70B-69D19E25242F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D6A8461F-2ADA-45EC-8EAC-96BCFD4FC398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5F796E95-F328-4338-A381-6646F0CABA30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E7EE432-8310-4A9B-A54A-B212DAE230BC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504112DC-0833-4486-B253-A6A0693EA044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80232FB8-817A-4A11-A357-54DBED3EE1A8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CCEAEDAE-01E0-4FD4-AF17-436412C65162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B12D8C5-63BD-4306-9E85-ACC869D8A711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CE3F1E50-8D3D-4F29-A1FC-94D8122FD84F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A77D6FD8-AEF1-4872-9485-027129B14C63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061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766975" y="1823881"/>
            <a:ext cx="0" cy="72341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766975" y="1558263"/>
            <a:ext cx="1952897" cy="26873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761839" y="5511838"/>
            <a:ext cx="1750255" cy="14248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2719139" y="2340298"/>
            <a:ext cx="0" cy="15451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2241487" y="2386885"/>
            <a:ext cx="476074" cy="1205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2240003" y="3723884"/>
            <a:ext cx="479135" cy="1563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358875" y="3806704"/>
            <a:ext cx="408100" cy="11822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766975" y="3880228"/>
            <a:ext cx="1952163" cy="437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99F305-E98F-4C24-8536-D582FA243793}"/>
              </a:ext>
            </a:extLst>
          </p:cNvPr>
          <p:cNvCxnSpPr>
            <a:cxnSpLocks/>
          </p:cNvCxnSpPr>
          <p:nvPr/>
        </p:nvCxnSpPr>
        <p:spPr>
          <a:xfrm flipV="1">
            <a:off x="363370" y="2382001"/>
            <a:ext cx="1878117" cy="2068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4994AD-285E-436E-95B4-CE08088C9194}"/>
              </a:ext>
            </a:extLst>
          </p:cNvPr>
          <p:cNvCxnSpPr>
            <a:cxnSpLocks/>
          </p:cNvCxnSpPr>
          <p:nvPr/>
        </p:nvCxnSpPr>
        <p:spPr>
          <a:xfrm>
            <a:off x="363370" y="2588876"/>
            <a:ext cx="0" cy="12182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CDE03E-53D6-46A8-A218-C865CDD8E2AC}"/>
              </a:ext>
            </a:extLst>
          </p:cNvPr>
          <p:cNvCxnSpPr>
            <a:cxnSpLocks/>
          </p:cNvCxnSpPr>
          <p:nvPr/>
        </p:nvCxnSpPr>
        <p:spPr>
          <a:xfrm flipV="1">
            <a:off x="363370" y="3719025"/>
            <a:ext cx="1878117" cy="88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6D9EF5-B479-4B9F-AC5F-47FC2D1FD3EF}"/>
              </a:ext>
            </a:extLst>
          </p:cNvPr>
          <p:cNvCxnSpPr>
            <a:cxnSpLocks/>
          </p:cNvCxnSpPr>
          <p:nvPr/>
        </p:nvCxnSpPr>
        <p:spPr>
          <a:xfrm>
            <a:off x="2241487" y="2382001"/>
            <a:ext cx="0" cy="1337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BE6F2A9E-C423-4D75-8D5F-3C7851CF0808}"/>
              </a:ext>
            </a:extLst>
          </p:cNvPr>
          <p:cNvGrpSpPr/>
          <p:nvPr/>
        </p:nvGrpSpPr>
        <p:grpSpPr>
          <a:xfrm>
            <a:off x="492760" y="2511434"/>
            <a:ext cx="1668780" cy="1153137"/>
            <a:chOff x="417222" y="2454784"/>
            <a:chExt cx="1770414" cy="1260396"/>
          </a:xfrm>
          <a:noFill/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22" y="2458629"/>
              <a:ext cx="1770414" cy="206873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417225" y="2665501"/>
              <a:ext cx="0" cy="1049679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417225" y="3642405"/>
              <a:ext cx="1770411" cy="72775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35" y="2458628"/>
              <a:ext cx="0" cy="1183778"/>
            </a:xfrm>
            <a:prstGeom prst="lin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1544483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1609236" y="2528847"/>
              <a:ext cx="34667" cy="114204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127259" y="2454784"/>
              <a:ext cx="34667" cy="118377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062508" y="2476236"/>
              <a:ext cx="37393" cy="117282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1997755" y="2476234"/>
              <a:ext cx="37393" cy="117637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1933003" y="2492676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1738742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1673989" y="2517338"/>
              <a:ext cx="37393" cy="114590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1868249" y="2492675"/>
              <a:ext cx="34667" cy="116506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1479728" y="2542001"/>
              <a:ext cx="37393" cy="113188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1803496" y="2504184"/>
              <a:ext cx="34667" cy="1153554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091210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1414976" y="2542000"/>
              <a:ext cx="34667" cy="112889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026456" y="2588876"/>
              <a:ext cx="34667" cy="109516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1350222" y="2560085"/>
              <a:ext cx="37393" cy="1117347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961703" y="2597883"/>
              <a:ext cx="34667" cy="109516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285469" y="2560084"/>
              <a:ext cx="34667" cy="112396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896949" y="2611053"/>
              <a:ext cx="37393" cy="1087661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220716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832196" y="2611053"/>
              <a:ext cx="38736" cy="1090405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155962" y="2571594"/>
              <a:ext cx="34667" cy="111245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443676" y="2664931"/>
              <a:ext cx="34667" cy="1049679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637935" y="2635715"/>
              <a:ext cx="37393" cy="107009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508430" y="2653800"/>
              <a:ext cx="36049" cy="1060810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702689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573182" y="2645579"/>
              <a:ext cx="37393" cy="1060228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767443" y="2624206"/>
              <a:ext cx="34667" cy="1077252"/>
            </a:xfrm>
            <a:prstGeom prst="rect">
              <a:avLst/>
            </a:prstGeom>
            <a:grpFill/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766975" y="3915581"/>
            <a:ext cx="0" cy="15962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215559" y="4264023"/>
            <a:ext cx="913534" cy="949300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2381790" y="1924338"/>
            <a:ext cx="1713902" cy="3053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4096514" y="2121613"/>
            <a:ext cx="0" cy="34990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4091017" y="1924337"/>
            <a:ext cx="2542538" cy="37739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D1099D-D3B5-453C-BD1A-AD0186F501DF}"/>
              </a:ext>
            </a:extLst>
          </p:cNvPr>
          <p:cNvCxnSpPr>
            <a:cxnSpLocks/>
          </p:cNvCxnSpPr>
          <p:nvPr/>
        </p:nvCxnSpPr>
        <p:spPr>
          <a:xfrm>
            <a:off x="769164" y="5285682"/>
            <a:ext cx="1742930" cy="12513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2719138" y="1557760"/>
            <a:ext cx="2592177" cy="14464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7139710" y="1077379"/>
            <a:ext cx="2232922" cy="3079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6431134" y="2406092"/>
            <a:ext cx="0" cy="14094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59121FF-1B47-46BE-89CE-A09A876222F3}"/>
              </a:ext>
            </a:extLst>
          </p:cNvPr>
          <p:cNvCxnSpPr>
            <a:cxnSpLocks/>
          </p:cNvCxnSpPr>
          <p:nvPr/>
        </p:nvCxnSpPr>
        <p:spPr>
          <a:xfrm flipV="1">
            <a:off x="769164" y="1916576"/>
            <a:ext cx="1954471" cy="21937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2723635" y="3880228"/>
            <a:ext cx="1370498" cy="280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7137449" y="1681814"/>
            <a:ext cx="0" cy="324425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5311315" y="1706883"/>
            <a:ext cx="0" cy="39396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4097250" y="2019380"/>
            <a:ext cx="2531234" cy="3674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2378673" y="2019381"/>
            <a:ext cx="1720134" cy="29292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5309068" y="2388310"/>
            <a:ext cx="1320462" cy="1284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5307125" y="2516730"/>
            <a:ext cx="0" cy="9241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4234362" y="3433040"/>
            <a:ext cx="2196911" cy="2181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4234362" y="3464202"/>
            <a:ext cx="2196772" cy="174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5305567" y="4081073"/>
            <a:ext cx="0" cy="9877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4233788" y="2149175"/>
            <a:ext cx="0" cy="17309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3957870" y="2153327"/>
            <a:ext cx="0" cy="17530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4232284" y="2443181"/>
            <a:ext cx="1073283" cy="742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4098427" y="3812230"/>
            <a:ext cx="2341039" cy="6788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3957870" y="2121849"/>
            <a:ext cx="138761" cy="293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4096631" y="2121613"/>
            <a:ext cx="137730" cy="2650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2381790" y="2225048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2719138" y="1555147"/>
            <a:ext cx="0" cy="6214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5974903" y="2751709"/>
            <a:ext cx="319131" cy="696912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5823893" y="2788023"/>
            <a:ext cx="0" cy="66059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5369865" y="2845639"/>
            <a:ext cx="0" cy="5952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5364945" y="2787990"/>
            <a:ext cx="462687" cy="605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5419204" y="2897057"/>
            <a:ext cx="0" cy="5500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5768217" y="2862367"/>
            <a:ext cx="0" cy="5862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5419169" y="2862779"/>
            <a:ext cx="354588" cy="360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5453873" y="2897057"/>
            <a:ext cx="279779" cy="2643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5733653" y="2923487"/>
            <a:ext cx="0" cy="5236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4234361" y="5071662"/>
            <a:ext cx="1075511" cy="11146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5303119" y="5075265"/>
            <a:ext cx="1133350" cy="1310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7F087108-7B06-4EB1-9688-1F560D21964E}"/>
              </a:ext>
            </a:extLst>
          </p:cNvPr>
          <p:cNvCxnSpPr>
            <a:cxnSpLocks/>
          </p:cNvCxnSpPr>
          <p:nvPr/>
        </p:nvCxnSpPr>
        <p:spPr>
          <a:xfrm flipV="1">
            <a:off x="555705" y="1390506"/>
            <a:ext cx="2018328" cy="31082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F7EEE43-740A-45C6-8010-F43806F7DF4C}"/>
              </a:ext>
            </a:extLst>
          </p:cNvPr>
          <p:cNvCxnSpPr>
            <a:cxnSpLocks/>
          </p:cNvCxnSpPr>
          <p:nvPr/>
        </p:nvCxnSpPr>
        <p:spPr>
          <a:xfrm flipV="1">
            <a:off x="555180" y="1471537"/>
            <a:ext cx="2018853" cy="3199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933F239-C4EB-4D2C-87C3-F6824CC66A0A}"/>
              </a:ext>
            </a:extLst>
          </p:cNvPr>
          <p:cNvCxnSpPr/>
          <p:nvPr/>
        </p:nvCxnSpPr>
        <p:spPr>
          <a:xfrm flipV="1">
            <a:off x="556914" y="1698890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6FD822A6-5098-414B-9443-DFD11A702DE8}"/>
              </a:ext>
            </a:extLst>
          </p:cNvPr>
          <p:cNvCxnSpPr>
            <a:cxnSpLocks/>
          </p:cNvCxnSpPr>
          <p:nvPr/>
        </p:nvCxnSpPr>
        <p:spPr>
          <a:xfrm>
            <a:off x="556154" y="1792285"/>
            <a:ext cx="210821" cy="3159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1AE2CE43-558A-4237-9049-861A1B17C7DE}"/>
              </a:ext>
            </a:extLst>
          </p:cNvPr>
          <p:cNvCxnSpPr>
            <a:cxnSpLocks/>
          </p:cNvCxnSpPr>
          <p:nvPr/>
        </p:nvCxnSpPr>
        <p:spPr>
          <a:xfrm>
            <a:off x="2566164" y="1471921"/>
            <a:ext cx="2756729" cy="1636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A60437B2-7CE3-4B84-8603-7C2673E36C45}"/>
              </a:ext>
            </a:extLst>
          </p:cNvPr>
          <p:cNvCxnSpPr>
            <a:cxnSpLocks/>
          </p:cNvCxnSpPr>
          <p:nvPr/>
        </p:nvCxnSpPr>
        <p:spPr>
          <a:xfrm>
            <a:off x="2566164" y="1390311"/>
            <a:ext cx="2750580" cy="164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41A76DF2-E7FC-47AA-8EA3-DF73F7C84B7F}"/>
              </a:ext>
            </a:extLst>
          </p:cNvPr>
          <p:cNvCxnSpPr/>
          <p:nvPr/>
        </p:nvCxnSpPr>
        <p:spPr>
          <a:xfrm flipV="1">
            <a:off x="2570966" y="1385366"/>
            <a:ext cx="0" cy="926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E8092467-0144-4616-B1F9-0C95267D8CEB}"/>
              </a:ext>
            </a:extLst>
          </p:cNvPr>
          <p:cNvGrpSpPr/>
          <p:nvPr/>
        </p:nvGrpSpPr>
        <p:grpSpPr>
          <a:xfrm>
            <a:off x="2720844" y="2131189"/>
            <a:ext cx="1240310" cy="1684834"/>
            <a:chOff x="3662365" y="1624555"/>
            <a:chExt cx="1516463" cy="1973990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852B438-3A59-449B-9AB1-876A728A466F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832" name="Straight Connector 831">
                <a:extLst>
                  <a:ext uri="{FF2B5EF4-FFF2-40B4-BE49-F238E27FC236}">
                    <a16:creationId xmlns:a16="http://schemas.microsoft.com/office/drawing/2014/main" id="{CF3BA178-8E5C-4130-AF3F-A72AD476D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>
                <a:extLst>
                  <a:ext uri="{FF2B5EF4-FFF2-40B4-BE49-F238E27FC236}">
                    <a16:creationId xmlns:a16="http://schemas.microsoft.com/office/drawing/2014/main" id="{6F0DAF24-5418-4E8D-B61F-3A17C0D982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>
                <a:extLst>
                  <a:ext uri="{FF2B5EF4-FFF2-40B4-BE49-F238E27FC236}">
                    <a16:creationId xmlns:a16="http://schemas.microsoft.com/office/drawing/2014/main" id="{389E0B1E-3D2B-43E8-A5D8-3453231A12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>
                <a:extLst>
                  <a:ext uri="{FF2B5EF4-FFF2-40B4-BE49-F238E27FC236}">
                    <a16:creationId xmlns:a16="http://schemas.microsoft.com/office/drawing/2014/main" id="{A2F546EF-4515-4094-8CA3-A2ACCD05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>
                <a:extLst>
                  <a:ext uri="{FF2B5EF4-FFF2-40B4-BE49-F238E27FC236}">
                    <a16:creationId xmlns:a16="http://schemas.microsoft.com/office/drawing/2014/main" id="{F9277CBD-92AE-4855-A5B2-9F7304526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1" name="Group 800">
              <a:extLst>
                <a:ext uri="{FF2B5EF4-FFF2-40B4-BE49-F238E27FC236}">
                  <a16:creationId xmlns:a16="http://schemas.microsoft.com/office/drawing/2014/main" id="{EA86C2E1-56A3-431B-980A-61AF9BFA172F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827" name="Straight Connector 826">
                <a:extLst>
                  <a:ext uri="{FF2B5EF4-FFF2-40B4-BE49-F238E27FC236}">
                    <a16:creationId xmlns:a16="http://schemas.microsoft.com/office/drawing/2014/main" id="{A4E82BBF-B312-488E-B5F7-F129BCFC29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Straight Connector 827">
                <a:extLst>
                  <a:ext uri="{FF2B5EF4-FFF2-40B4-BE49-F238E27FC236}">
                    <a16:creationId xmlns:a16="http://schemas.microsoft.com/office/drawing/2014/main" id="{E1D7D5F2-F162-46A1-AE50-2FFEB5DA6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Straight Connector 828">
                <a:extLst>
                  <a:ext uri="{FF2B5EF4-FFF2-40B4-BE49-F238E27FC236}">
                    <a16:creationId xmlns:a16="http://schemas.microsoft.com/office/drawing/2014/main" id="{CC283F3E-F369-4400-B2A8-EAC90AC84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>
                <a:extLst>
                  <a:ext uri="{FF2B5EF4-FFF2-40B4-BE49-F238E27FC236}">
                    <a16:creationId xmlns:a16="http://schemas.microsoft.com/office/drawing/2014/main" id="{ABFD2CFF-B5E7-432B-BBA1-5FADAFC23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>
                <a:extLst>
                  <a:ext uri="{FF2B5EF4-FFF2-40B4-BE49-F238E27FC236}">
                    <a16:creationId xmlns:a16="http://schemas.microsoft.com/office/drawing/2014/main" id="{84D3694D-3D44-49AF-AB24-D76F715D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2" name="Group 801">
              <a:extLst>
                <a:ext uri="{FF2B5EF4-FFF2-40B4-BE49-F238E27FC236}">
                  <a16:creationId xmlns:a16="http://schemas.microsoft.com/office/drawing/2014/main" id="{9CE5EDA2-C897-4319-8C05-51F5A3B3C2B8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8BC23AB-99EF-4F91-AE9F-F0FE07CF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Straight Connector 822">
                <a:extLst>
                  <a:ext uri="{FF2B5EF4-FFF2-40B4-BE49-F238E27FC236}">
                    <a16:creationId xmlns:a16="http://schemas.microsoft.com/office/drawing/2014/main" id="{E5D61F43-C532-4506-8B20-406DF53F8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Straight Connector 823">
                <a:extLst>
                  <a:ext uri="{FF2B5EF4-FFF2-40B4-BE49-F238E27FC236}">
                    <a16:creationId xmlns:a16="http://schemas.microsoft.com/office/drawing/2014/main" id="{C937809B-1777-4153-B75C-D2A1319C6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Straight Connector 824">
                <a:extLst>
                  <a:ext uri="{FF2B5EF4-FFF2-40B4-BE49-F238E27FC236}">
                    <a16:creationId xmlns:a16="http://schemas.microsoft.com/office/drawing/2014/main" id="{274E02FD-2D90-4C70-BAF3-0CF39E780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Straight Connector 825">
                <a:extLst>
                  <a:ext uri="{FF2B5EF4-FFF2-40B4-BE49-F238E27FC236}">
                    <a16:creationId xmlns:a16="http://schemas.microsoft.com/office/drawing/2014/main" id="{1D36B883-BDD8-4315-B37E-606DE502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EC8F0649-45BB-4F15-8924-AC92D1B63AA3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817" name="Straight Connector 816">
                <a:extLst>
                  <a:ext uri="{FF2B5EF4-FFF2-40B4-BE49-F238E27FC236}">
                    <a16:creationId xmlns:a16="http://schemas.microsoft.com/office/drawing/2014/main" id="{1D6A2BCF-9CB5-47A1-92C7-68CEDD553A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22570ADB-98BC-44BB-8650-47D797E69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FC0926C-D71F-49C3-B1D9-4EF959AD7B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>
                <a:extLst>
                  <a:ext uri="{FF2B5EF4-FFF2-40B4-BE49-F238E27FC236}">
                    <a16:creationId xmlns:a16="http://schemas.microsoft.com/office/drawing/2014/main" id="{340191B7-0D49-4D18-A6FB-01BFADCDC2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>
                <a:extLst>
                  <a:ext uri="{FF2B5EF4-FFF2-40B4-BE49-F238E27FC236}">
                    <a16:creationId xmlns:a16="http://schemas.microsoft.com/office/drawing/2014/main" id="{ED36851A-3B19-4464-92F4-4305DA44F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6EDD20DA-DC94-404C-A63B-8953A2E90D8A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812" name="Straight Connector 811">
                <a:extLst>
                  <a:ext uri="{FF2B5EF4-FFF2-40B4-BE49-F238E27FC236}">
                    <a16:creationId xmlns:a16="http://schemas.microsoft.com/office/drawing/2014/main" id="{78E8DFC7-C3FD-4635-AA63-6845BB21F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3" name="Straight Connector 812">
                <a:extLst>
                  <a:ext uri="{FF2B5EF4-FFF2-40B4-BE49-F238E27FC236}">
                    <a16:creationId xmlns:a16="http://schemas.microsoft.com/office/drawing/2014/main" id="{6A63C6F0-34ED-454F-BBB6-8A065AA71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9D72194D-3AA7-4666-8EB9-942FD3E3F9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Straight Connector 814">
                <a:extLst>
                  <a:ext uri="{FF2B5EF4-FFF2-40B4-BE49-F238E27FC236}">
                    <a16:creationId xmlns:a16="http://schemas.microsoft.com/office/drawing/2014/main" id="{BB55732A-19BC-4077-B5CA-3A91F94010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Straight Connector 815">
                <a:extLst>
                  <a:ext uri="{FF2B5EF4-FFF2-40B4-BE49-F238E27FC236}">
                    <a16:creationId xmlns:a16="http://schemas.microsoft.com/office/drawing/2014/main" id="{D718D66D-6B76-462A-AD00-9F45A579E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C1D7D2CF-6E14-40F7-BBBB-9FD202A9AA2A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807" name="Straight Connector 806">
                <a:extLst>
                  <a:ext uri="{FF2B5EF4-FFF2-40B4-BE49-F238E27FC236}">
                    <a16:creationId xmlns:a16="http://schemas.microsoft.com/office/drawing/2014/main" id="{40AD0336-E166-42C5-ACEE-92AC7654A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Straight Connector 807">
                <a:extLst>
                  <a:ext uri="{FF2B5EF4-FFF2-40B4-BE49-F238E27FC236}">
                    <a16:creationId xmlns:a16="http://schemas.microsoft.com/office/drawing/2014/main" id="{50A21CEB-30F8-4D55-BEE0-5F3235157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Straight Connector 808">
                <a:extLst>
                  <a:ext uri="{FF2B5EF4-FFF2-40B4-BE49-F238E27FC236}">
                    <a16:creationId xmlns:a16="http://schemas.microsoft.com/office/drawing/2014/main" id="{B808F8ED-73BC-4B35-859D-44F0EC7A8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Straight Connector 809">
                <a:extLst>
                  <a:ext uri="{FF2B5EF4-FFF2-40B4-BE49-F238E27FC236}">
                    <a16:creationId xmlns:a16="http://schemas.microsoft.com/office/drawing/2014/main" id="{1536D283-F1E6-4B21-8231-36D3DD49F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Straight Connector 810">
                <a:extLst>
                  <a:ext uri="{FF2B5EF4-FFF2-40B4-BE49-F238E27FC236}">
                    <a16:creationId xmlns:a16="http://schemas.microsoft.com/office/drawing/2014/main" id="{B8F5C0F6-BC2D-4A52-BFD4-5747B2FC0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1466CB9-AA61-4241-91EB-8DA59FAA26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C50499D4-D4FE-4D5B-9493-0A97385103B0}"/>
              </a:ext>
            </a:extLst>
          </p:cNvPr>
          <p:cNvCxnSpPr>
            <a:cxnSpLocks/>
          </p:cNvCxnSpPr>
          <p:nvPr/>
        </p:nvCxnSpPr>
        <p:spPr>
          <a:xfrm>
            <a:off x="2381790" y="2313860"/>
            <a:ext cx="383320" cy="264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567A3763-C7D0-4260-BD0E-340AA42895A0}"/>
              </a:ext>
            </a:extLst>
          </p:cNvPr>
          <p:cNvCxnSpPr>
            <a:cxnSpLocks/>
          </p:cNvCxnSpPr>
          <p:nvPr/>
        </p:nvCxnSpPr>
        <p:spPr>
          <a:xfrm>
            <a:off x="2919332" y="2350578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C69F74A-69FA-4E35-926B-15D84A2B77AB}"/>
              </a:ext>
            </a:extLst>
          </p:cNvPr>
          <p:cNvCxnSpPr>
            <a:cxnSpLocks/>
          </p:cNvCxnSpPr>
          <p:nvPr/>
        </p:nvCxnSpPr>
        <p:spPr>
          <a:xfrm>
            <a:off x="3117844" y="236470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215B19D4-FFB4-4807-8F32-D544660641B2}"/>
              </a:ext>
            </a:extLst>
          </p:cNvPr>
          <p:cNvCxnSpPr>
            <a:cxnSpLocks/>
          </p:cNvCxnSpPr>
          <p:nvPr/>
        </p:nvCxnSpPr>
        <p:spPr>
          <a:xfrm>
            <a:off x="3321356" y="237857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8AD04FC9-6F67-40C5-B590-0CCF76C5ADDC}"/>
              </a:ext>
            </a:extLst>
          </p:cNvPr>
          <p:cNvCxnSpPr>
            <a:cxnSpLocks/>
          </p:cNvCxnSpPr>
          <p:nvPr/>
        </p:nvCxnSpPr>
        <p:spPr>
          <a:xfrm>
            <a:off x="3521774" y="2393945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E3F835A-0C43-45B2-B72A-09F625F779C9}"/>
              </a:ext>
            </a:extLst>
          </p:cNvPr>
          <p:cNvCxnSpPr>
            <a:cxnSpLocks/>
          </p:cNvCxnSpPr>
          <p:nvPr/>
        </p:nvCxnSpPr>
        <p:spPr>
          <a:xfrm>
            <a:off x="3722191" y="2406092"/>
            <a:ext cx="5166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72DF6C0C-70A1-430B-9754-D8E93BCCD959}"/>
              </a:ext>
            </a:extLst>
          </p:cNvPr>
          <p:cNvCxnSpPr>
            <a:cxnSpLocks/>
          </p:cNvCxnSpPr>
          <p:nvPr/>
        </p:nvCxnSpPr>
        <p:spPr>
          <a:xfrm>
            <a:off x="3922607" y="2421725"/>
            <a:ext cx="35264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F97843C-42D4-42E4-9DB2-A3D8841412DB}"/>
              </a:ext>
            </a:extLst>
          </p:cNvPr>
          <p:cNvCxnSpPr>
            <a:cxnSpLocks/>
          </p:cNvCxnSpPr>
          <p:nvPr/>
        </p:nvCxnSpPr>
        <p:spPr>
          <a:xfrm>
            <a:off x="2861555" y="5326977"/>
            <a:ext cx="816394" cy="488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849BC9CB-526E-4104-8E02-4833113C2709}"/>
              </a:ext>
            </a:extLst>
          </p:cNvPr>
          <p:cNvCxnSpPr>
            <a:cxnSpLocks/>
          </p:cNvCxnSpPr>
          <p:nvPr/>
        </p:nvCxnSpPr>
        <p:spPr>
          <a:xfrm>
            <a:off x="2508638" y="3924350"/>
            <a:ext cx="1385104" cy="532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849">
            <a:extLst>
              <a:ext uri="{FF2B5EF4-FFF2-40B4-BE49-F238E27FC236}">
                <a16:creationId xmlns:a16="http://schemas.microsoft.com/office/drawing/2014/main" id="{80085CE9-EAE7-429C-A96B-CDEDA148F500}"/>
              </a:ext>
            </a:extLst>
          </p:cNvPr>
          <p:cNvCxnSpPr>
            <a:cxnSpLocks/>
          </p:cNvCxnSpPr>
          <p:nvPr/>
        </p:nvCxnSpPr>
        <p:spPr>
          <a:xfrm>
            <a:off x="2505183" y="5663394"/>
            <a:ext cx="1396257" cy="1178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3866AC29-D949-4E48-BAC2-AAEFDAF1C31D}"/>
              </a:ext>
            </a:extLst>
          </p:cNvPr>
          <p:cNvCxnSpPr>
            <a:cxnSpLocks/>
          </p:cNvCxnSpPr>
          <p:nvPr/>
        </p:nvCxnSpPr>
        <p:spPr>
          <a:xfrm flipV="1">
            <a:off x="2508638" y="3918689"/>
            <a:ext cx="0" cy="174233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D86B9DFD-D0AD-4A4D-B899-6F41C8021ADE}"/>
              </a:ext>
            </a:extLst>
          </p:cNvPr>
          <p:cNvCxnSpPr>
            <a:cxnSpLocks/>
          </p:cNvCxnSpPr>
          <p:nvPr/>
        </p:nvCxnSpPr>
        <p:spPr>
          <a:xfrm flipV="1">
            <a:off x="3890287" y="3977643"/>
            <a:ext cx="3455" cy="17989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854">
            <a:extLst>
              <a:ext uri="{FF2B5EF4-FFF2-40B4-BE49-F238E27FC236}">
                <a16:creationId xmlns:a16="http://schemas.microsoft.com/office/drawing/2014/main" id="{DB8CBB69-038A-452D-8E42-3CD3901D9ED1}"/>
              </a:ext>
            </a:extLst>
          </p:cNvPr>
          <p:cNvCxnSpPr>
            <a:cxnSpLocks/>
          </p:cNvCxnSpPr>
          <p:nvPr/>
        </p:nvCxnSpPr>
        <p:spPr>
          <a:xfrm flipV="1">
            <a:off x="4096568" y="3908056"/>
            <a:ext cx="0" cy="16897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4DFC76BE-FB3A-48DC-9CCD-3552627C7D49}"/>
              </a:ext>
            </a:extLst>
          </p:cNvPr>
          <p:cNvCxnSpPr>
            <a:cxnSpLocks/>
          </p:cNvCxnSpPr>
          <p:nvPr/>
        </p:nvCxnSpPr>
        <p:spPr>
          <a:xfrm flipV="1">
            <a:off x="3890287" y="5620629"/>
            <a:ext cx="208519" cy="142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F5099F83-D5B8-47AA-8E23-070A15E61C91}"/>
              </a:ext>
            </a:extLst>
          </p:cNvPr>
          <p:cNvCxnSpPr>
            <a:cxnSpLocks/>
          </p:cNvCxnSpPr>
          <p:nvPr/>
        </p:nvCxnSpPr>
        <p:spPr>
          <a:xfrm flipV="1">
            <a:off x="3893742" y="3910965"/>
            <a:ext cx="200915" cy="666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3CA801CB-BB79-4368-9739-7A039870B300}"/>
              </a:ext>
            </a:extLst>
          </p:cNvPr>
          <p:cNvCxnSpPr>
            <a:cxnSpLocks/>
          </p:cNvCxnSpPr>
          <p:nvPr/>
        </p:nvCxnSpPr>
        <p:spPr>
          <a:xfrm flipH="1" flipV="1">
            <a:off x="2697622" y="4146105"/>
            <a:ext cx="2724" cy="133430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2502FCD2-8FEF-4FD3-AD26-07EDC18378F4}"/>
              </a:ext>
            </a:extLst>
          </p:cNvPr>
          <p:cNvCxnSpPr>
            <a:cxnSpLocks/>
          </p:cNvCxnSpPr>
          <p:nvPr/>
        </p:nvCxnSpPr>
        <p:spPr>
          <a:xfrm>
            <a:off x="2702430" y="5477740"/>
            <a:ext cx="975519" cy="506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B43754C6-FF48-40EA-9BEF-64F7F0A5DDBC}"/>
              </a:ext>
            </a:extLst>
          </p:cNvPr>
          <p:cNvCxnSpPr>
            <a:cxnSpLocks/>
          </p:cNvCxnSpPr>
          <p:nvPr/>
        </p:nvCxnSpPr>
        <p:spPr>
          <a:xfrm flipV="1">
            <a:off x="3677949" y="4145969"/>
            <a:ext cx="0" cy="13857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D0FDED3A-0A18-4180-9575-01AC6CC99AFC}"/>
              </a:ext>
            </a:extLst>
          </p:cNvPr>
          <p:cNvCxnSpPr>
            <a:cxnSpLocks/>
          </p:cNvCxnSpPr>
          <p:nvPr/>
        </p:nvCxnSpPr>
        <p:spPr>
          <a:xfrm>
            <a:off x="2695082" y="4148645"/>
            <a:ext cx="987530" cy="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E3782539-186F-44E1-A40F-5828E0C76A5F}"/>
              </a:ext>
            </a:extLst>
          </p:cNvPr>
          <p:cNvCxnSpPr>
            <a:cxnSpLocks/>
          </p:cNvCxnSpPr>
          <p:nvPr/>
        </p:nvCxnSpPr>
        <p:spPr>
          <a:xfrm flipV="1">
            <a:off x="2861555" y="4149817"/>
            <a:ext cx="0" cy="12329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D74FEFF7-8E22-48B3-AC36-B85ACC0A6C99}"/>
              </a:ext>
            </a:extLst>
          </p:cNvPr>
          <p:cNvCxnSpPr>
            <a:cxnSpLocks/>
          </p:cNvCxnSpPr>
          <p:nvPr/>
        </p:nvCxnSpPr>
        <p:spPr>
          <a:xfrm flipV="1">
            <a:off x="2696015" y="5380564"/>
            <a:ext cx="170403" cy="9717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AFEEEF91-28CD-4883-89AB-355179B0F7BA}"/>
              </a:ext>
            </a:extLst>
          </p:cNvPr>
          <p:cNvCxnSpPr>
            <a:cxnSpLocks/>
          </p:cNvCxnSpPr>
          <p:nvPr/>
        </p:nvCxnSpPr>
        <p:spPr>
          <a:xfrm>
            <a:off x="2863184" y="5382806"/>
            <a:ext cx="815911" cy="375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879">
            <a:extLst>
              <a:ext uri="{FF2B5EF4-FFF2-40B4-BE49-F238E27FC236}">
                <a16:creationId xmlns:a16="http://schemas.microsoft.com/office/drawing/2014/main" id="{0261BE4E-650A-4CC5-9EEC-006AA0DB69E6}"/>
              </a:ext>
            </a:extLst>
          </p:cNvPr>
          <p:cNvCxnSpPr>
            <a:cxnSpLocks/>
          </p:cNvCxnSpPr>
          <p:nvPr/>
        </p:nvCxnSpPr>
        <p:spPr>
          <a:xfrm>
            <a:off x="2720617" y="1915101"/>
            <a:ext cx="1237253" cy="303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880">
            <a:extLst>
              <a:ext uri="{FF2B5EF4-FFF2-40B4-BE49-F238E27FC236}">
                <a16:creationId xmlns:a16="http://schemas.microsoft.com/office/drawing/2014/main" id="{F4A69B1C-2DFA-492E-9EF6-917249FA73D9}"/>
              </a:ext>
            </a:extLst>
          </p:cNvPr>
          <p:cNvCxnSpPr>
            <a:cxnSpLocks/>
          </p:cNvCxnSpPr>
          <p:nvPr/>
        </p:nvCxnSpPr>
        <p:spPr>
          <a:xfrm flipV="1">
            <a:off x="9377958" y="1072896"/>
            <a:ext cx="0" cy="47037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4D8A5DE0-52BC-4574-8614-A5C992F47590}"/>
              </a:ext>
            </a:extLst>
          </p:cNvPr>
          <p:cNvCxnSpPr>
            <a:cxnSpLocks/>
          </p:cNvCxnSpPr>
          <p:nvPr/>
        </p:nvCxnSpPr>
        <p:spPr>
          <a:xfrm flipV="1">
            <a:off x="5311133" y="1589296"/>
            <a:ext cx="1122781" cy="11647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8D41668C-EB3A-4549-9D55-F58526DEA120}"/>
              </a:ext>
            </a:extLst>
          </p:cNvPr>
          <p:cNvCxnSpPr>
            <a:cxnSpLocks/>
          </p:cNvCxnSpPr>
          <p:nvPr/>
        </p:nvCxnSpPr>
        <p:spPr>
          <a:xfrm>
            <a:off x="6430168" y="1591395"/>
            <a:ext cx="711559" cy="904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918">
            <a:extLst>
              <a:ext uri="{FF2B5EF4-FFF2-40B4-BE49-F238E27FC236}">
                <a16:creationId xmlns:a16="http://schemas.microsoft.com/office/drawing/2014/main" id="{FB865613-69A8-48D3-804E-65C8746CD44B}"/>
              </a:ext>
            </a:extLst>
          </p:cNvPr>
          <p:cNvCxnSpPr>
            <a:cxnSpLocks/>
          </p:cNvCxnSpPr>
          <p:nvPr/>
        </p:nvCxnSpPr>
        <p:spPr>
          <a:xfrm flipV="1">
            <a:off x="4232742" y="4071299"/>
            <a:ext cx="2208695" cy="2446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EDB1FD01-2437-4BB3-BA79-CFEABA7F1283}"/>
              </a:ext>
            </a:extLst>
          </p:cNvPr>
          <p:cNvCxnSpPr>
            <a:cxnSpLocks/>
          </p:cNvCxnSpPr>
          <p:nvPr/>
        </p:nvCxnSpPr>
        <p:spPr>
          <a:xfrm flipV="1">
            <a:off x="6437846" y="4059203"/>
            <a:ext cx="0" cy="11484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6780583" y="5132113"/>
            <a:ext cx="578059" cy="946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900">
            <a:extLst>
              <a:ext uri="{FF2B5EF4-FFF2-40B4-BE49-F238E27FC236}">
                <a16:creationId xmlns:a16="http://schemas.microsoft.com/office/drawing/2014/main" id="{1A4FD90B-6028-4C7D-82AF-B6646FF391BA}"/>
              </a:ext>
            </a:extLst>
          </p:cNvPr>
          <p:cNvCxnSpPr>
            <a:cxnSpLocks/>
          </p:cNvCxnSpPr>
          <p:nvPr/>
        </p:nvCxnSpPr>
        <p:spPr>
          <a:xfrm>
            <a:off x="6440085" y="5101252"/>
            <a:ext cx="339620" cy="3968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B1306754-500D-49CB-845A-2C33C4138E87}"/>
              </a:ext>
            </a:extLst>
          </p:cNvPr>
          <p:cNvCxnSpPr>
            <a:cxnSpLocks/>
          </p:cNvCxnSpPr>
          <p:nvPr/>
        </p:nvCxnSpPr>
        <p:spPr>
          <a:xfrm>
            <a:off x="6444699" y="4949230"/>
            <a:ext cx="335006" cy="286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908">
            <a:extLst>
              <a:ext uri="{FF2B5EF4-FFF2-40B4-BE49-F238E27FC236}">
                <a16:creationId xmlns:a16="http://schemas.microsoft.com/office/drawing/2014/main" id="{C83585C2-9C5A-41A8-B3E6-AA2DEC34AC54}"/>
              </a:ext>
            </a:extLst>
          </p:cNvPr>
          <p:cNvCxnSpPr>
            <a:cxnSpLocks/>
          </p:cNvCxnSpPr>
          <p:nvPr/>
        </p:nvCxnSpPr>
        <p:spPr>
          <a:xfrm flipV="1">
            <a:off x="6784320" y="4971572"/>
            <a:ext cx="0" cy="47985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A5324107-9262-43B8-ADE7-F8648B8993A0}"/>
              </a:ext>
            </a:extLst>
          </p:cNvPr>
          <p:cNvCxnSpPr>
            <a:cxnSpLocks/>
          </p:cNvCxnSpPr>
          <p:nvPr/>
        </p:nvCxnSpPr>
        <p:spPr>
          <a:xfrm flipV="1">
            <a:off x="7356737" y="4971605"/>
            <a:ext cx="0" cy="4919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9756936-E3E7-42C6-84AA-2FE4C663BDD4}"/>
              </a:ext>
            </a:extLst>
          </p:cNvPr>
          <p:cNvCxnSpPr>
            <a:cxnSpLocks/>
          </p:cNvCxnSpPr>
          <p:nvPr/>
        </p:nvCxnSpPr>
        <p:spPr>
          <a:xfrm>
            <a:off x="7138035" y="4945380"/>
            <a:ext cx="220607" cy="234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1828B8DE-FBD9-4D1B-8A9B-A28D09D99EEC}"/>
              </a:ext>
            </a:extLst>
          </p:cNvPr>
          <p:cNvCxnSpPr>
            <a:cxnSpLocks/>
          </p:cNvCxnSpPr>
          <p:nvPr/>
        </p:nvCxnSpPr>
        <p:spPr>
          <a:xfrm flipV="1">
            <a:off x="6784320" y="4970074"/>
            <a:ext cx="574322" cy="69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A700919-77B0-49BF-8934-C4EE6B6F7781}"/>
              </a:ext>
            </a:extLst>
          </p:cNvPr>
          <p:cNvCxnSpPr>
            <a:cxnSpLocks/>
          </p:cNvCxnSpPr>
          <p:nvPr/>
        </p:nvCxnSpPr>
        <p:spPr>
          <a:xfrm flipV="1">
            <a:off x="6433542" y="4943061"/>
            <a:ext cx="703319" cy="27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67C83261-95C3-4775-B78C-439B71CDA5BD}"/>
              </a:ext>
            </a:extLst>
          </p:cNvPr>
          <p:cNvCxnSpPr>
            <a:cxnSpLocks/>
          </p:cNvCxnSpPr>
          <p:nvPr/>
        </p:nvCxnSpPr>
        <p:spPr>
          <a:xfrm flipV="1">
            <a:off x="6779705" y="5437539"/>
            <a:ext cx="577032" cy="1388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192B0006-39B2-453A-8760-280B8CA69CDD}"/>
              </a:ext>
            </a:extLst>
          </p:cNvPr>
          <p:cNvCxnSpPr>
            <a:cxnSpLocks/>
          </p:cNvCxnSpPr>
          <p:nvPr/>
        </p:nvCxnSpPr>
        <p:spPr>
          <a:xfrm>
            <a:off x="7358642" y="5436781"/>
            <a:ext cx="2015725" cy="3283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B71FC031-E294-4D67-B54E-2FCE9AF1C544}"/>
              </a:ext>
            </a:extLst>
          </p:cNvPr>
          <p:cNvCxnSpPr>
            <a:cxnSpLocks/>
          </p:cNvCxnSpPr>
          <p:nvPr/>
        </p:nvCxnSpPr>
        <p:spPr>
          <a:xfrm>
            <a:off x="9375698" y="1081769"/>
            <a:ext cx="1073319" cy="3485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27A0656A-1D57-4D0F-9AD1-53A4F915D858}"/>
              </a:ext>
            </a:extLst>
          </p:cNvPr>
          <p:cNvCxnSpPr>
            <a:cxnSpLocks/>
          </p:cNvCxnSpPr>
          <p:nvPr/>
        </p:nvCxnSpPr>
        <p:spPr>
          <a:xfrm flipV="1">
            <a:off x="9493365" y="1280160"/>
            <a:ext cx="0" cy="413625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E61AD7D6-0654-4F30-8A93-A5FD87680123}"/>
              </a:ext>
            </a:extLst>
          </p:cNvPr>
          <p:cNvCxnSpPr>
            <a:cxnSpLocks/>
          </p:cNvCxnSpPr>
          <p:nvPr/>
        </p:nvCxnSpPr>
        <p:spPr>
          <a:xfrm flipV="1">
            <a:off x="9372632" y="5292575"/>
            <a:ext cx="2421330" cy="4733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97A80066-32C9-4249-B5DD-8BC62FAEB1C7}"/>
              </a:ext>
            </a:extLst>
          </p:cNvPr>
          <p:cNvCxnSpPr>
            <a:cxnSpLocks/>
          </p:cNvCxnSpPr>
          <p:nvPr/>
        </p:nvCxnSpPr>
        <p:spPr>
          <a:xfrm>
            <a:off x="9491769" y="1289253"/>
            <a:ext cx="955251" cy="2626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E2A56D7A-55A6-46B4-8C1E-57772CF44F39}"/>
              </a:ext>
            </a:extLst>
          </p:cNvPr>
          <p:cNvCxnSpPr>
            <a:cxnSpLocks/>
          </p:cNvCxnSpPr>
          <p:nvPr/>
        </p:nvCxnSpPr>
        <p:spPr>
          <a:xfrm flipV="1">
            <a:off x="10447020" y="1430334"/>
            <a:ext cx="867" cy="12668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2FBA63C8-B6DC-487D-A355-3442D7031783}"/>
              </a:ext>
            </a:extLst>
          </p:cNvPr>
          <p:cNvCxnSpPr>
            <a:cxnSpLocks/>
          </p:cNvCxnSpPr>
          <p:nvPr/>
        </p:nvCxnSpPr>
        <p:spPr>
          <a:xfrm>
            <a:off x="4537900" y="1998409"/>
            <a:ext cx="773415" cy="2351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A2429D00-B868-4802-93A0-B8E526DEE55C}"/>
              </a:ext>
            </a:extLst>
          </p:cNvPr>
          <p:cNvCxnSpPr>
            <a:cxnSpLocks/>
          </p:cNvCxnSpPr>
          <p:nvPr/>
        </p:nvCxnSpPr>
        <p:spPr>
          <a:xfrm>
            <a:off x="5426235" y="2915506"/>
            <a:ext cx="281782" cy="360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110D5FD4-0F27-498D-A2D4-D7A7113DF5B6}"/>
              </a:ext>
            </a:extLst>
          </p:cNvPr>
          <p:cNvCxnSpPr>
            <a:cxnSpLocks/>
          </p:cNvCxnSpPr>
          <p:nvPr/>
        </p:nvCxnSpPr>
        <p:spPr>
          <a:xfrm>
            <a:off x="5710795" y="2945357"/>
            <a:ext cx="0" cy="5017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BDC53006-2260-4B10-9B4D-5D910BC9417F}"/>
              </a:ext>
            </a:extLst>
          </p:cNvPr>
          <p:cNvGrpSpPr/>
          <p:nvPr/>
        </p:nvGrpSpPr>
        <p:grpSpPr>
          <a:xfrm>
            <a:off x="4650470" y="4272819"/>
            <a:ext cx="597216" cy="860015"/>
            <a:chOff x="4650470" y="4272819"/>
            <a:chExt cx="597216" cy="860015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F09852E5-AA3B-47ED-8C08-05C8D9D041EB}"/>
                </a:ext>
              </a:extLst>
            </p:cNvPr>
            <p:cNvCxnSpPr>
              <a:cxnSpLocks/>
            </p:cNvCxnSpPr>
            <p:nvPr/>
          </p:nvCxnSpPr>
          <p:spPr>
            <a:xfrm>
              <a:off x="4653443" y="4282797"/>
              <a:ext cx="0" cy="85003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3F0809-4159-4D68-92AA-8AE5E5E005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83" y="4272819"/>
              <a:ext cx="0" cy="80244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2CB3B9-756C-40A0-85F0-BE74871C6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0470" y="4273263"/>
              <a:ext cx="597216" cy="921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41C173B-AA2D-4775-BAA5-A53AF5B7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852" y="4338661"/>
              <a:ext cx="462560" cy="212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A427C10E-B12B-4F23-BE81-B3C99C5E9A9F}"/>
                </a:ext>
              </a:extLst>
            </p:cNvPr>
            <p:cNvGrpSpPr/>
            <p:nvPr/>
          </p:nvGrpSpPr>
          <p:grpSpPr>
            <a:xfrm>
              <a:off x="5025580" y="4334451"/>
              <a:ext cx="160846" cy="749344"/>
              <a:chOff x="5025580" y="4334451"/>
              <a:chExt cx="160846" cy="737535"/>
            </a:xfrm>
          </p:grpSpPr>
          <p:cxnSp>
            <p:nvCxnSpPr>
              <p:cNvPr id="1038" name="Straight Connector 1037">
                <a:extLst>
                  <a:ext uri="{FF2B5EF4-FFF2-40B4-BE49-F238E27FC236}">
                    <a16:creationId xmlns:a16="http://schemas.microsoft.com/office/drawing/2014/main" id="{C0A508BC-2867-4604-8AFE-2D2AC89AB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413" y="4334451"/>
                <a:ext cx="0" cy="73753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F130F9CF-D369-4B81-B69A-1962C16DF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580" y="4355052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33374C4E-3FAE-4983-AA04-5CD28371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6084" y="4998505"/>
                <a:ext cx="155328" cy="6913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404136AC-C791-40AA-8017-7DBE185304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6084" y="4340934"/>
                <a:ext cx="160342" cy="2030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D86FB0D8-50D8-4D20-B57F-F54A20B14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8719" y="4365519"/>
                <a:ext cx="112937" cy="1334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2AA19AE-42DE-430F-97F8-0754F5AC1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982" y="4989853"/>
                <a:ext cx="124674" cy="451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30CAC12F-8FAC-4D69-B36E-F871B0C3F4AC}"/>
                  </a:ext>
                </a:extLst>
              </p:cNvPr>
              <p:cNvCxnSpPr/>
              <p:nvPr/>
            </p:nvCxnSpPr>
            <p:spPr>
              <a:xfrm flipH="1">
                <a:off x="5044389" y="437886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0919C28-8E01-430A-8F84-33F334858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7582" y="4367993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" name="Group 1555">
              <a:extLst>
                <a:ext uri="{FF2B5EF4-FFF2-40B4-BE49-F238E27FC236}">
                  <a16:creationId xmlns:a16="http://schemas.microsoft.com/office/drawing/2014/main" id="{2F21F8F6-0038-43C2-871F-206E0E27223F}"/>
                </a:ext>
              </a:extLst>
            </p:cNvPr>
            <p:cNvGrpSpPr/>
            <p:nvPr/>
          </p:nvGrpSpPr>
          <p:grpSpPr>
            <a:xfrm>
              <a:off x="4718852" y="4342351"/>
              <a:ext cx="117091" cy="787617"/>
              <a:chOff x="4718852" y="4342352"/>
              <a:chExt cx="117091" cy="740680"/>
            </a:xfrm>
          </p:grpSpPr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7EE267F7-518C-4EE9-AD16-F08C2287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270" y="4342352"/>
                <a:ext cx="0" cy="74068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E0620E45-D575-46F3-B531-8C5EFB7E7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5943" y="4385515"/>
                <a:ext cx="0" cy="64902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FE2ACF6D-AF1B-42D2-A19F-F1B792231C2E}"/>
                  </a:ext>
                </a:extLst>
              </p:cNvPr>
              <p:cNvCxnSpPr/>
              <p:nvPr/>
            </p:nvCxnSpPr>
            <p:spPr>
              <a:xfrm>
                <a:off x="4718852" y="4350025"/>
                <a:ext cx="117091" cy="3549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9109A5FA-7818-42DE-A5F5-160BF634DE72}"/>
                  </a:ext>
                </a:extLst>
              </p:cNvPr>
              <p:cNvCxnSpPr/>
              <p:nvPr/>
            </p:nvCxnSpPr>
            <p:spPr>
              <a:xfrm flipH="1">
                <a:off x="4720098" y="5033452"/>
                <a:ext cx="113983" cy="4430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6473EC80-C090-40F2-AA57-0BEA0D8A3F58}"/>
                  </a:ext>
                </a:extLst>
              </p:cNvPr>
              <p:cNvCxnSpPr/>
              <p:nvPr/>
            </p:nvCxnSpPr>
            <p:spPr>
              <a:xfrm flipH="1">
                <a:off x="4818706" y="4399035"/>
                <a:ext cx="4330" cy="613191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A9D5F211-D855-467C-A702-B52EEAEA7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1875" y="4384539"/>
                <a:ext cx="0" cy="67106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07E20463-3B07-482B-BB0F-D9D8C51B3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4906" y="4388623"/>
                <a:ext cx="82382" cy="15954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5D89F53-CC48-471E-BBB3-C5E4F43DB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3534" y="5011018"/>
                <a:ext cx="71616" cy="3639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62DA5503-7E2D-4DB1-8383-8202BF121112}"/>
              </a:ext>
            </a:extLst>
          </p:cNvPr>
          <p:cNvGrpSpPr/>
          <p:nvPr/>
        </p:nvGrpSpPr>
        <p:grpSpPr>
          <a:xfrm>
            <a:off x="4225722" y="4280536"/>
            <a:ext cx="276445" cy="830997"/>
            <a:chOff x="11109463" y="3817177"/>
            <a:chExt cx="329406" cy="894272"/>
          </a:xfrm>
        </p:grpSpPr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B37AB42-A0DE-4DA9-A99E-227B0EEAC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17177"/>
              <a:ext cx="31661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958BDDDB-CF15-4EB3-AD17-E88473BAE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08" y="4700739"/>
              <a:ext cx="323561" cy="1071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79BD46DF-D0AA-48D2-93D1-B4B0FB232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2636" y="3817177"/>
              <a:ext cx="0" cy="88350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9D0F291F-7E39-44FC-AEEE-012CB7A92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5342" y="4660266"/>
              <a:ext cx="277260" cy="1234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8A24D44C-A1C2-4DD7-85DC-D58A5756B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6025" y="3865347"/>
              <a:ext cx="27853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BF2C4F-6BE2-4C43-8CD5-A99CB6A26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1448" y="3861822"/>
              <a:ext cx="0" cy="79615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9788D873-C304-4B79-BCC0-DA5942C2C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392585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18B388D-56B9-4EBE-9D5D-07E9EDC82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0163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AEA9C598-768A-45DB-9CBD-7176DF45E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07388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CF579D61-8985-47AE-9E30-542E9423F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530" y="414438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CE3EA2AB-D3DF-412D-A524-AFC1DB690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213110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52038E4-B0ED-4C4B-BD2F-8C9DAC73A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9463" y="4282844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9223E50-D2F6-4553-952D-D4A64B8C9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08" y="4354157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835BC737-75AE-42F6-941B-002ED9AF1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19363"/>
              <a:ext cx="28218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CB569BD1-41B3-47EA-8666-2F482CF40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479220"/>
              <a:ext cx="287305" cy="71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5B63E35-6F08-4215-97F6-4766FD536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0276" y="4537376"/>
              <a:ext cx="284289" cy="1592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552BADB4-53FC-44D7-94D2-7285B3715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12376" y="4593976"/>
              <a:ext cx="280088" cy="1579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9" name="Straight Connector 1168">
            <a:extLst>
              <a:ext uri="{FF2B5EF4-FFF2-40B4-BE49-F238E27FC236}">
                <a16:creationId xmlns:a16="http://schemas.microsoft.com/office/drawing/2014/main" id="{6F4ADD81-AC6F-4347-ADEE-C8BBC1C6CF82}"/>
              </a:ext>
            </a:extLst>
          </p:cNvPr>
          <p:cNvCxnSpPr>
            <a:cxnSpLocks/>
          </p:cNvCxnSpPr>
          <p:nvPr/>
        </p:nvCxnSpPr>
        <p:spPr>
          <a:xfrm flipV="1">
            <a:off x="10241511" y="3547327"/>
            <a:ext cx="0" cy="17555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3F5AA580-9CEF-436C-AB5F-E0CB0DCA7A41}"/>
              </a:ext>
            </a:extLst>
          </p:cNvPr>
          <p:cNvCxnSpPr>
            <a:cxnSpLocks/>
          </p:cNvCxnSpPr>
          <p:nvPr/>
        </p:nvCxnSpPr>
        <p:spPr>
          <a:xfrm>
            <a:off x="10239251" y="3547327"/>
            <a:ext cx="1798900" cy="348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3161CA9C-B3BE-4C22-A8A6-E0E3B8F90BBB}"/>
              </a:ext>
            </a:extLst>
          </p:cNvPr>
          <p:cNvCxnSpPr>
            <a:cxnSpLocks/>
          </p:cNvCxnSpPr>
          <p:nvPr/>
        </p:nvCxnSpPr>
        <p:spPr>
          <a:xfrm flipV="1">
            <a:off x="9493365" y="5279179"/>
            <a:ext cx="745886" cy="1335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25D475DC-3BFC-4AEE-804B-76850BD4A5FD}"/>
              </a:ext>
            </a:extLst>
          </p:cNvPr>
          <p:cNvCxnSpPr>
            <a:cxnSpLocks/>
          </p:cNvCxnSpPr>
          <p:nvPr/>
        </p:nvCxnSpPr>
        <p:spPr>
          <a:xfrm flipV="1">
            <a:off x="9477654" y="5169282"/>
            <a:ext cx="535046" cy="957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0702965D-7E47-492A-9F2F-78E31AE47592}"/>
              </a:ext>
            </a:extLst>
          </p:cNvPr>
          <p:cNvCxnSpPr/>
          <p:nvPr/>
        </p:nvCxnSpPr>
        <p:spPr>
          <a:xfrm>
            <a:off x="9997260" y="5175649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F10969F7-2117-4059-9703-DCDDB95B5536}"/>
              </a:ext>
            </a:extLst>
          </p:cNvPr>
          <p:cNvCxnSpPr>
            <a:cxnSpLocks/>
          </p:cNvCxnSpPr>
          <p:nvPr/>
        </p:nvCxnSpPr>
        <p:spPr>
          <a:xfrm flipV="1">
            <a:off x="9997491" y="3448621"/>
            <a:ext cx="0" cy="17410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1DA3101F-5C9D-401A-AE53-F0EE6C735380}"/>
              </a:ext>
            </a:extLst>
          </p:cNvPr>
          <p:cNvCxnSpPr/>
          <p:nvPr/>
        </p:nvCxnSpPr>
        <p:spPr>
          <a:xfrm>
            <a:off x="9999940" y="3444608"/>
            <a:ext cx="241991" cy="1035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6672484-E7B4-40FE-B548-E0495762B12E}"/>
              </a:ext>
            </a:extLst>
          </p:cNvPr>
          <p:cNvCxnSpPr>
            <a:cxnSpLocks/>
          </p:cNvCxnSpPr>
          <p:nvPr/>
        </p:nvCxnSpPr>
        <p:spPr>
          <a:xfrm>
            <a:off x="9995043" y="3443947"/>
            <a:ext cx="1795363" cy="429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>
            <a:extLst>
              <a:ext uri="{FF2B5EF4-FFF2-40B4-BE49-F238E27FC236}">
                <a16:creationId xmlns:a16="http://schemas.microsoft.com/office/drawing/2014/main" id="{9CE858E8-1888-4DD0-B5F0-CF0DB9AE0942}"/>
              </a:ext>
            </a:extLst>
          </p:cNvPr>
          <p:cNvCxnSpPr>
            <a:cxnSpLocks/>
          </p:cNvCxnSpPr>
          <p:nvPr/>
        </p:nvCxnSpPr>
        <p:spPr>
          <a:xfrm flipV="1">
            <a:off x="10310371" y="1578864"/>
            <a:ext cx="0" cy="18748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E0EFA813-83B6-455B-8F3A-4A80C7A251DA}"/>
              </a:ext>
            </a:extLst>
          </p:cNvPr>
          <p:cNvCxnSpPr>
            <a:cxnSpLocks/>
          </p:cNvCxnSpPr>
          <p:nvPr/>
        </p:nvCxnSpPr>
        <p:spPr>
          <a:xfrm flipV="1">
            <a:off x="10340851" y="3760956"/>
            <a:ext cx="1706973" cy="435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5C6C089-9F3B-44A6-B231-D219E3BB7015}"/>
              </a:ext>
            </a:extLst>
          </p:cNvPr>
          <p:cNvCxnSpPr>
            <a:cxnSpLocks/>
          </p:cNvCxnSpPr>
          <p:nvPr/>
        </p:nvCxnSpPr>
        <p:spPr>
          <a:xfrm flipV="1">
            <a:off x="10341082" y="3799105"/>
            <a:ext cx="0" cy="179830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BFCB027C-65D8-40EC-AE8B-5594C0C65497}"/>
              </a:ext>
            </a:extLst>
          </p:cNvPr>
          <p:cNvCxnSpPr>
            <a:cxnSpLocks/>
          </p:cNvCxnSpPr>
          <p:nvPr/>
        </p:nvCxnSpPr>
        <p:spPr>
          <a:xfrm flipV="1">
            <a:off x="11793962" y="3770805"/>
            <a:ext cx="0" cy="15180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367379E9-7D80-4D72-9BB4-8FF050CBF71B}"/>
              </a:ext>
            </a:extLst>
          </p:cNvPr>
          <p:cNvCxnSpPr>
            <a:cxnSpLocks/>
          </p:cNvCxnSpPr>
          <p:nvPr/>
        </p:nvCxnSpPr>
        <p:spPr>
          <a:xfrm>
            <a:off x="12038151" y="3582178"/>
            <a:ext cx="0" cy="1809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EE403358-D2F3-4D5C-B00D-7EEB24BD7526}"/>
              </a:ext>
            </a:extLst>
          </p:cNvPr>
          <p:cNvCxnSpPr>
            <a:cxnSpLocks/>
          </p:cNvCxnSpPr>
          <p:nvPr/>
        </p:nvCxnSpPr>
        <p:spPr>
          <a:xfrm>
            <a:off x="10310371" y="3034672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6C985D27-F64C-497A-98B3-F97165CD7F2C}"/>
              </a:ext>
            </a:extLst>
          </p:cNvPr>
          <p:cNvCxnSpPr>
            <a:cxnSpLocks/>
          </p:cNvCxnSpPr>
          <p:nvPr/>
        </p:nvCxnSpPr>
        <p:spPr>
          <a:xfrm flipV="1">
            <a:off x="11792164" y="3136677"/>
            <a:ext cx="0" cy="34770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1233">
            <a:extLst>
              <a:ext uri="{FF2B5EF4-FFF2-40B4-BE49-F238E27FC236}">
                <a16:creationId xmlns:a16="http://schemas.microsoft.com/office/drawing/2014/main" id="{8C49D98A-29D6-48C9-96D1-4AD2BBA56EF6}"/>
              </a:ext>
            </a:extLst>
          </p:cNvPr>
          <p:cNvCxnSpPr>
            <a:cxnSpLocks/>
          </p:cNvCxnSpPr>
          <p:nvPr/>
        </p:nvCxnSpPr>
        <p:spPr>
          <a:xfrm>
            <a:off x="10306815" y="3064986"/>
            <a:ext cx="1483591" cy="1009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5" name="Group 1234">
            <a:extLst>
              <a:ext uri="{FF2B5EF4-FFF2-40B4-BE49-F238E27FC236}">
                <a16:creationId xmlns:a16="http://schemas.microsoft.com/office/drawing/2014/main" id="{68996E76-B61E-49D8-BB24-323617D9D1DB}"/>
              </a:ext>
            </a:extLst>
          </p:cNvPr>
          <p:cNvGrpSpPr/>
          <p:nvPr/>
        </p:nvGrpSpPr>
        <p:grpSpPr>
          <a:xfrm>
            <a:off x="10463866" y="4071298"/>
            <a:ext cx="319131" cy="519425"/>
            <a:chOff x="7724852" y="2306411"/>
            <a:chExt cx="390185" cy="852079"/>
          </a:xfrm>
        </p:grpSpPr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B309985F-729A-4AF2-88CC-FD45449A5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1482610B-E604-48FE-8B58-0E194325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B1BD6B52-DD4F-4DE6-BFEA-198CB5B75278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F59D9DEC-6C6A-421D-8C2F-0DDF167A0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51D643C-5ED7-4A50-8276-33327BA3B793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12274913-3CB0-4E0B-84BA-FAC4EDB7694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8DA32A2-70CB-4486-BD01-13A53ADD4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ED33FF5B-3622-442B-B1FC-0A2AB2903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67B22E93-8828-4196-9BAB-77279D97A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33E9317-4D33-4FBF-9CCF-512459E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419C5B47-C865-4886-9E2B-9CD076E70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4185D6F0-F1EE-474B-846D-DD6082277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BD4C511F-E854-4D07-81B3-331E375EC0EE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0203DB6F-56A3-444A-A1F4-742857C3C99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A297D846-7F9F-43B3-A59B-A68E8D0E0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886D30EF-A5BA-4041-824B-CBA6FCA9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0" name="Straight Connector 1269">
            <a:extLst>
              <a:ext uri="{FF2B5EF4-FFF2-40B4-BE49-F238E27FC236}">
                <a16:creationId xmlns:a16="http://schemas.microsoft.com/office/drawing/2014/main" id="{0B48D0B8-C4BA-43B1-B5B7-B34793B16452}"/>
              </a:ext>
            </a:extLst>
          </p:cNvPr>
          <p:cNvCxnSpPr>
            <a:cxnSpLocks/>
          </p:cNvCxnSpPr>
          <p:nvPr/>
        </p:nvCxnSpPr>
        <p:spPr>
          <a:xfrm>
            <a:off x="11790367" y="3437775"/>
            <a:ext cx="246558" cy="14378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111E89AD-36B2-4D9D-B8EC-49078E177F4C}"/>
              </a:ext>
            </a:extLst>
          </p:cNvPr>
          <p:cNvGrpSpPr/>
          <p:nvPr/>
        </p:nvGrpSpPr>
        <p:grpSpPr>
          <a:xfrm>
            <a:off x="11324952" y="4021192"/>
            <a:ext cx="274128" cy="497925"/>
            <a:chOff x="7724852" y="2306411"/>
            <a:chExt cx="390185" cy="852079"/>
          </a:xfrm>
        </p:grpSpPr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B93ED27A-F327-415A-8C5D-7D6544F4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C425AF6-C3FB-4400-88E4-DB3E9B56B1AD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079F0539-3F10-4840-AB45-C7F51C5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E5F2B4FF-6CAC-4848-B80E-E44370D05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1DD2616B-1AA9-4923-85EF-52F42943F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1491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E7D1D8F3-00FC-4C5B-A1AC-0B114D5D242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51447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E97F80E1-4908-4AB2-9275-38A2A395A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F65FA287-688B-4949-BDFC-1B3E23235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34BFD5C9-F4DF-493C-B002-9E3452EC7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362B3FCC-B25A-4BD3-AAD4-E91A0B45A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C78A09E7-6E17-4C0F-8B30-0E95DB895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AB7AC0AA-B5DC-4DB5-9EC9-7F568F315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E462FDD0-0076-4C65-A7A3-35F31357958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485C3E12-6C51-4241-A452-07197D721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426AF228-D86B-4F6D-9F6C-DB7C4B553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B0DA8A23-A036-4CCE-B214-E11381532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211" y="3151113"/>
              <a:ext cx="380646" cy="2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6" name="Straight Connector 1295">
            <a:extLst>
              <a:ext uri="{FF2B5EF4-FFF2-40B4-BE49-F238E27FC236}">
                <a16:creationId xmlns:a16="http://schemas.microsoft.com/office/drawing/2014/main" id="{2BF91171-92FC-4C50-95B8-8BA8AE52567C}"/>
              </a:ext>
            </a:extLst>
          </p:cNvPr>
          <p:cNvCxnSpPr>
            <a:cxnSpLocks/>
          </p:cNvCxnSpPr>
          <p:nvPr/>
        </p:nvCxnSpPr>
        <p:spPr>
          <a:xfrm flipV="1">
            <a:off x="10329471" y="5020560"/>
            <a:ext cx="1480202" cy="27982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1F5805E2-600B-4F88-9AB3-3FF561E48354}"/>
              </a:ext>
            </a:extLst>
          </p:cNvPr>
          <p:cNvCxnSpPr>
            <a:cxnSpLocks/>
          </p:cNvCxnSpPr>
          <p:nvPr/>
        </p:nvCxnSpPr>
        <p:spPr>
          <a:xfrm flipV="1">
            <a:off x="9728782" y="1432560"/>
            <a:ext cx="0" cy="37680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1299">
            <a:extLst>
              <a:ext uri="{FF2B5EF4-FFF2-40B4-BE49-F238E27FC236}">
                <a16:creationId xmlns:a16="http://schemas.microsoft.com/office/drawing/2014/main" id="{71472656-93D3-4D2C-A03B-73E81E7A88B0}"/>
              </a:ext>
            </a:extLst>
          </p:cNvPr>
          <p:cNvCxnSpPr>
            <a:cxnSpLocks/>
          </p:cNvCxnSpPr>
          <p:nvPr/>
        </p:nvCxnSpPr>
        <p:spPr>
          <a:xfrm flipV="1">
            <a:off x="10043180" y="1517905"/>
            <a:ext cx="0" cy="193071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71DA1CC5-9177-4AC6-933B-DB7D24131792}"/>
              </a:ext>
            </a:extLst>
          </p:cNvPr>
          <p:cNvCxnSpPr>
            <a:cxnSpLocks/>
          </p:cNvCxnSpPr>
          <p:nvPr/>
        </p:nvCxnSpPr>
        <p:spPr>
          <a:xfrm>
            <a:off x="9477654" y="2014933"/>
            <a:ext cx="829161" cy="16166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7E224A37-361D-42DD-AAF2-BD9F1A7D1DE7}"/>
              </a:ext>
            </a:extLst>
          </p:cNvPr>
          <p:cNvCxnSpPr>
            <a:cxnSpLocks/>
          </p:cNvCxnSpPr>
          <p:nvPr/>
        </p:nvCxnSpPr>
        <p:spPr>
          <a:xfrm>
            <a:off x="9477654" y="2686515"/>
            <a:ext cx="829161" cy="9862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D05274D6-0D01-4E03-AEBB-413E7EF3FA58}"/>
              </a:ext>
            </a:extLst>
          </p:cNvPr>
          <p:cNvCxnSpPr>
            <a:cxnSpLocks/>
          </p:cNvCxnSpPr>
          <p:nvPr/>
        </p:nvCxnSpPr>
        <p:spPr>
          <a:xfrm>
            <a:off x="9477654" y="3424876"/>
            <a:ext cx="526711" cy="194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BE7020D2-969B-48C6-87D1-C3510B7F76FF}"/>
              </a:ext>
            </a:extLst>
          </p:cNvPr>
          <p:cNvCxnSpPr>
            <a:cxnSpLocks/>
          </p:cNvCxnSpPr>
          <p:nvPr/>
        </p:nvCxnSpPr>
        <p:spPr>
          <a:xfrm flipV="1">
            <a:off x="9486570" y="4085043"/>
            <a:ext cx="503719" cy="962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66BFE6F5-FC16-423C-95B9-10654B8D1959}"/>
              </a:ext>
            </a:extLst>
          </p:cNvPr>
          <p:cNvCxnSpPr>
            <a:cxnSpLocks/>
          </p:cNvCxnSpPr>
          <p:nvPr/>
        </p:nvCxnSpPr>
        <p:spPr>
          <a:xfrm flipV="1">
            <a:off x="9468332" y="4622155"/>
            <a:ext cx="526711" cy="6149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E0C67901-6970-48F8-B2C7-B2F6E73362F0}"/>
              </a:ext>
            </a:extLst>
          </p:cNvPr>
          <p:cNvCxnSpPr>
            <a:cxnSpLocks/>
          </p:cNvCxnSpPr>
          <p:nvPr/>
        </p:nvCxnSpPr>
        <p:spPr>
          <a:xfrm flipH="1">
            <a:off x="10306815" y="1551448"/>
            <a:ext cx="143336" cy="317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D5E56096-7384-428C-80A3-67AF894C74DB}"/>
              </a:ext>
            </a:extLst>
          </p:cNvPr>
          <p:cNvCxnSpPr>
            <a:cxnSpLocks/>
          </p:cNvCxnSpPr>
          <p:nvPr/>
        </p:nvCxnSpPr>
        <p:spPr>
          <a:xfrm>
            <a:off x="9486442" y="1354054"/>
            <a:ext cx="835538" cy="22976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A0AC9DEB-6003-4D05-87F7-AA56FE287D1D}"/>
              </a:ext>
            </a:extLst>
          </p:cNvPr>
          <p:cNvCxnSpPr>
            <a:cxnSpLocks/>
          </p:cNvCxnSpPr>
          <p:nvPr/>
        </p:nvCxnSpPr>
        <p:spPr>
          <a:xfrm>
            <a:off x="6496050" y="1517904"/>
            <a:ext cx="828128" cy="1153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63E1F3CB-2696-4C0E-9860-9A8C226CC291}"/>
              </a:ext>
            </a:extLst>
          </p:cNvPr>
          <p:cNvCxnSpPr>
            <a:cxnSpLocks/>
          </p:cNvCxnSpPr>
          <p:nvPr/>
        </p:nvCxnSpPr>
        <p:spPr>
          <a:xfrm flipV="1">
            <a:off x="6628128" y="2301056"/>
            <a:ext cx="0" cy="929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1364">
            <a:extLst>
              <a:ext uri="{FF2B5EF4-FFF2-40B4-BE49-F238E27FC236}">
                <a16:creationId xmlns:a16="http://schemas.microsoft.com/office/drawing/2014/main" id="{C5658F09-01F8-4F61-ADFF-16DAE12A165E}"/>
              </a:ext>
            </a:extLst>
          </p:cNvPr>
          <p:cNvCxnSpPr>
            <a:cxnSpLocks/>
          </p:cNvCxnSpPr>
          <p:nvPr/>
        </p:nvCxnSpPr>
        <p:spPr>
          <a:xfrm flipV="1">
            <a:off x="6426832" y="1593489"/>
            <a:ext cx="0" cy="681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178531C4-4D97-4583-9546-EC07D68D225A}"/>
              </a:ext>
            </a:extLst>
          </p:cNvPr>
          <p:cNvCxnSpPr>
            <a:cxnSpLocks/>
          </p:cNvCxnSpPr>
          <p:nvPr/>
        </p:nvCxnSpPr>
        <p:spPr>
          <a:xfrm flipV="1">
            <a:off x="5318760" y="1442531"/>
            <a:ext cx="1177290" cy="11385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C2EAD89D-8A7E-4AB9-B874-3C821E3CFDC0}"/>
              </a:ext>
            </a:extLst>
          </p:cNvPr>
          <p:cNvCxnSpPr>
            <a:cxnSpLocks/>
          </p:cNvCxnSpPr>
          <p:nvPr/>
        </p:nvCxnSpPr>
        <p:spPr>
          <a:xfrm flipV="1">
            <a:off x="5320114" y="1517904"/>
            <a:ext cx="1175936" cy="1182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CA64C141-6800-4F3B-8E52-23EBFF38F6D5}"/>
              </a:ext>
            </a:extLst>
          </p:cNvPr>
          <p:cNvCxnSpPr>
            <a:cxnSpLocks/>
          </p:cNvCxnSpPr>
          <p:nvPr/>
        </p:nvCxnSpPr>
        <p:spPr>
          <a:xfrm flipV="1">
            <a:off x="6498178" y="1442531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1370">
            <a:extLst>
              <a:ext uri="{FF2B5EF4-FFF2-40B4-BE49-F238E27FC236}">
                <a16:creationId xmlns:a16="http://schemas.microsoft.com/office/drawing/2014/main" id="{0F309941-3C2F-468B-9393-C7A9586F6794}"/>
              </a:ext>
            </a:extLst>
          </p:cNvPr>
          <p:cNvCxnSpPr>
            <a:cxnSpLocks/>
          </p:cNvCxnSpPr>
          <p:nvPr/>
        </p:nvCxnSpPr>
        <p:spPr>
          <a:xfrm flipV="1">
            <a:off x="5316805" y="1556385"/>
            <a:ext cx="0" cy="7690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D87F2247-0DDD-4B56-A443-19EAA5D04F2D}"/>
              </a:ext>
            </a:extLst>
          </p:cNvPr>
          <p:cNvCxnSpPr>
            <a:cxnSpLocks/>
          </p:cNvCxnSpPr>
          <p:nvPr/>
        </p:nvCxnSpPr>
        <p:spPr>
          <a:xfrm flipV="1">
            <a:off x="6426832" y="1517904"/>
            <a:ext cx="69218" cy="7139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563144AC-68F3-4718-8174-3610C40A8455}"/>
              </a:ext>
            </a:extLst>
          </p:cNvPr>
          <p:cNvCxnSpPr>
            <a:cxnSpLocks/>
          </p:cNvCxnSpPr>
          <p:nvPr/>
        </p:nvCxnSpPr>
        <p:spPr>
          <a:xfrm flipV="1">
            <a:off x="7138035" y="1632653"/>
            <a:ext cx="186143" cy="475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1400">
            <a:extLst>
              <a:ext uri="{FF2B5EF4-FFF2-40B4-BE49-F238E27FC236}">
                <a16:creationId xmlns:a16="http://schemas.microsoft.com/office/drawing/2014/main" id="{E6DD2F83-5F53-4296-A4A6-C149C6FC46C1}"/>
              </a:ext>
            </a:extLst>
          </p:cNvPr>
          <p:cNvCxnSpPr>
            <a:cxnSpLocks/>
          </p:cNvCxnSpPr>
          <p:nvPr/>
        </p:nvCxnSpPr>
        <p:spPr>
          <a:xfrm>
            <a:off x="6496050" y="1442531"/>
            <a:ext cx="828128" cy="1144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8CBEB1B6-0B22-4166-8097-B53045CA32BB}"/>
              </a:ext>
            </a:extLst>
          </p:cNvPr>
          <p:cNvCxnSpPr>
            <a:cxnSpLocks/>
          </p:cNvCxnSpPr>
          <p:nvPr/>
        </p:nvCxnSpPr>
        <p:spPr>
          <a:xfrm flipV="1">
            <a:off x="7325626" y="1557280"/>
            <a:ext cx="0" cy="753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1411">
            <a:extLst>
              <a:ext uri="{FF2B5EF4-FFF2-40B4-BE49-F238E27FC236}">
                <a16:creationId xmlns:a16="http://schemas.microsoft.com/office/drawing/2014/main" id="{2A6314E4-87DA-418B-803C-B298946C1AD9}"/>
              </a:ext>
            </a:extLst>
          </p:cNvPr>
          <p:cNvCxnSpPr>
            <a:cxnSpLocks/>
          </p:cNvCxnSpPr>
          <p:nvPr/>
        </p:nvCxnSpPr>
        <p:spPr>
          <a:xfrm flipV="1">
            <a:off x="7140528" y="1385280"/>
            <a:ext cx="0" cy="1463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8C6D826E-6B49-40B0-A26F-26EA43D96477}"/>
              </a:ext>
            </a:extLst>
          </p:cNvPr>
          <p:cNvCxnSpPr>
            <a:cxnSpLocks/>
          </p:cNvCxnSpPr>
          <p:nvPr/>
        </p:nvCxnSpPr>
        <p:spPr>
          <a:xfrm flipV="1">
            <a:off x="5307038" y="1975104"/>
            <a:ext cx="1124242" cy="4797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1420">
            <a:extLst>
              <a:ext uri="{FF2B5EF4-FFF2-40B4-BE49-F238E27FC236}">
                <a16:creationId xmlns:a16="http://schemas.microsoft.com/office/drawing/2014/main" id="{EB002EF4-5645-4982-89E5-2DABDC54F61F}"/>
              </a:ext>
            </a:extLst>
          </p:cNvPr>
          <p:cNvCxnSpPr>
            <a:cxnSpLocks/>
          </p:cNvCxnSpPr>
          <p:nvPr/>
        </p:nvCxnSpPr>
        <p:spPr>
          <a:xfrm>
            <a:off x="6426832" y="1975104"/>
            <a:ext cx="716210" cy="831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2EC172E-164A-4A8D-95FE-D846C2684F80}"/>
              </a:ext>
            </a:extLst>
          </p:cNvPr>
          <p:cNvCxnSpPr>
            <a:cxnSpLocks/>
          </p:cNvCxnSpPr>
          <p:nvPr/>
        </p:nvCxnSpPr>
        <p:spPr>
          <a:xfrm flipV="1">
            <a:off x="437791" y="2466741"/>
            <a:ext cx="1729494" cy="1920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traight Connector 1451">
            <a:extLst>
              <a:ext uri="{FF2B5EF4-FFF2-40B4-BE49-F238E27FC236}">
                <a16:creationId xmlns:a16="http://schemas.microsoft.com/office/drawing/2014/main" id="{CE9DB1E4-C8FD-467D-832F-C79E01501B97}"/>
              </a:ext>
            </a:extLst>
          </p:cNvPr>
          <p:cNvCxnSpPr>
            <a:cxnSpLocks/>
          </p:cNvCxnSpPr>
          <p:nvPr/>
        </p:nvCxnSpPr>
        <p:spPr>
          <a:xfrm>
            <a:off x="2160872" y="2455257"/>
            <a:ext cx="0" cy="11424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1454">
            <a:extLst>
              <a:ext uri="{FF2B5EF4-FFF2-40B4-BE49-F238E27FC236}">
                <a16:creationId xmlns:a16="http://schemas.microsoft.com/office/drawing/2014/main" id="{0B2BAD4A-F76B-486D-BBF2-D6B55AEAC81B}"/>
              </a:ext>
            </a:extLst>
          </p:cNvPr>
          <p:cNvCxnSpPr>
            <a:cxnSpLocks/>
          </p:cNvCxnSpPr>
          <p:nvPr/>
        </p:nvCxnSpPr>
        <p:spPr>
          <a:xfrm>
            <a:off x="437791" y="2657048"/>
            <a:ext cx="0" cy="100700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E77A7AE5-54A8-4C35-AA94-4584FD1C789A}"/>
              </a:ext>
            </a:extLst>
          </p:cNvPr>
          <p:cNvCxnSpPr>
            <a:cxnSpLocks/>
          </p:cNvCxnSpPr>
          <p:nvPr/>
        </p:nvCxnSpPr>
        <p:spPr>
          <a:xfrm>
            <a:off x="437791" y="2657048"/>
            <a:ext cx="54969" cy="461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1459">
            <a:extLst>
              <a:ext uri="{FF2B5EF4-FFF2-40B4-BE49-F238E27FC236}">
                <a16:creationId xmlns:a16="http://schemas.microsoft.com/office/drawing/2014/main" id="{D6E00697-6A1D-4F5C-8ECD-E62C0CCCEAD8}"/>
              </a:ext>
            </a:extLst>
          </p:cNvPr>
          <p:cNvCxnSpPr>
            <a:cxnSpLocks/>
          </p:cNvCxnSpPr>
          <p:nvPr/>
        </p:nvCxnSpPr>
        <p:spPr>
          <a:xfrm flipV="1">
            <a:off x="435344" y="3595938"/>
            <a:ext cx="1725163" cy="690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EEFEA978-4960-4561-8D1F-D77E3A68CC3D}"/>
              </a:ext>
            </a:extLst>
          </p:cNvPr>
          <p:cNvCxnSpPr>
            <a:cxnSpLocks/>
          </p:cNvCxnSpPr>
          <p:nvPr/>
        </p:nvCxnSpPr>
        <p:spPr>
          <a:xfrm flipV="1">
            <a:off x="4232284" y="4091942"/>
            <a:ext cx="0" cy="14853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DAEC9D9D-4322-4E7D-A4F2-68F0BB35D8F2}"/>
              </a:ext>
            </a:extLst>
          </p:cNvPr>
          <p:cNvCxnSpPr>
            <a:cxnSpLocks/>
          </p:cNvCxnSpPr>
          <p:nvPr/>
        </p:nvCxnSpPr>
        <p:spPr>
          <a:xfrm flipV="1">
            <a:off x="10378482" y="3936141"/>
            <a:ext cx="1419407" cy="753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75F7FC4C-FB2A-4C26-8D41-D5259D79E748}"/>
              </a:ext>
            </a:extLst>
          </p:cNvPr>
          <p:cNvCxnSpPr>
            <a:cxnSpLocks/>
          </p:cNvCxnSpPr>
          <p:nvPr/>
        </p:nvCxnSpPr>
        <p:spPr>
          <a:xfrm>
            <a:off x="10378483" y="4011485"/>
            <a:ext cx="0" cy="12889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1496">
            <a:extLst>
              <a:ext uri="{FF2B5EF4-FFF2-40B4-BE49-F238E27FC236}">
                <a16:creationId xmlns:a16="http://schemas.microsoft.com/office/drawing/2014/main" id="{0AC5C54B-E7F8-4830-97AE-B38D076B57CF}"/>
              </a:ext>
            </a:extLst>
          </p:cNvPr>
          <p:cNvCxnSpPr>
            <a:cxnSpLocks/>
          </p:cNvCxnSpPr>
          <p:nvPr/>
        </p:nvCxnSpPr>
        <p:spPr>
          <a:xfrm flipV="1">
            <a:off x="4231012" y="5205900"/>
            <a:ext cx="2209053" cy="2345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1506">
            <a:extLst>
              <a:ext uri="{FF2B5EF4-FFF2-40B4-BE49-F238E27FC236}">
                <a16:creationId xmlns:a16="http://schemas.microsoft.com/office/drawing/2014/main" id="{1110B64B-3991-49D4-9F69-2CC4CC298FED}"/>
              </a:ext>
            </a:extLst>
          </p:cNvPr>
          <p:cNvCxnSpPr>
            <a:cxnSpLocks/>
          </p:cNvCxnSpPr>
          <p:nvPr/>
        </p:nvCxnSpPr>
        <p:spPr>
          <a:xfrm flipV="1">
            <a:off x="2505183" y="3880951"/>
            <a:ext cx="217034" cy="430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81B3C096-CF59-4BCE-A384-74338F4A431F}"/>
              </a:ext>
            </a:extLst>
          </p:cNvPr>
          <p:cNvCxnSpPr>
            <a:cxnSpLocks/>
          </p:cNvCxnSpPr>
          <p:nvPr/>
        </p:nvCxnSpPr>
        <p:spPr>
          <a:xfrm flipV="1">
            <a:off x="2860485" y="5237755"/>
            <a:ext cx="817464" cy="847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Straight Connector 1592">
            <a:extLst>
              <a:ext uri="{FF2B5EF4-FFF2-40B4-BE49-F238E27FC236}">
                <a16:creationId xmlns:a16="http://schemas.microsoft.com/office/drawing/2014/main" id="{227DC571-6897-4827-BFD5-071D3FD50239}"/>
              </a:ext>
            </a:extLst>
          </p:cNvPr>
          <p:cNvCxnSpPr>
            <a:cxnSpLocks/>
          </p:cNvCxnSpPr>
          <p:nvPr/>
        </p:nvCxnSpPr>
        <p:spPr>
          <a:xfrm flipH="1">
            <a:off x="4098428" y="5577326"/>
            <a:ext cx="133856" cy="383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305916E8-F972-4E32-BCCB-88BF1572A0E0}"/>
              </a:ext>
            </a:extLst>
          </p:cNvPr>
          <p:cNvCxnSpPr/>
          <p:nvPr/>
        </p:nvCxnSpPr>
        <p:spPr>
          <a:xfrm>
            <a:off x="2587533" y="1478012"/>
            <a:ext cx="130028" cy="802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AF9E557C-7547-4EBF-9B11-CB546E15BAAD}"/>
              </a:ext>
            </a:extLst>
          </p:cNvPr>
          <p:cNvCxnSpPr/>
          <p:nvPr/>
        </p:nvCxnSpPr>
        <p:spPr>
          <a:xfrm flipH="1">
            <a:off x="5309872" y="1632653"/>
            <a:ext cx="6872" cy="731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Straight Connector 1599">
            <a:extLst>
              <a:ext uri="{FF2B5EF4-FFF2-40B4-BE49-F238E27FC236}">
                <a16:creationId xmlns:a16="http://schemas.microsoft.com/office/drawing/2014/main" id="{A167E2D7-0E9D-4D31-B569-DB3EB2D7C494}"/>
              </a:ext>
            </a:extLst>
          </p:cNvPr>
          <p:cNvCxnSpPr>
            <a:cxnSpLocks/>
          </p:cNvCxnSpPr>
          <p:nvPr/>
        </p:nvCxnSpPr>
        <p:spPr>
          <a:xfrm flipV="1">
            <a:off x="4388732" y="5243342"/>
            <a:ext cx="2164154" cy="2276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1" name="Straight Connector 1600">
            <a:extLst>
              <a:ext uri="{FF2B5EF4-FFF2-40B4-BE49-F238E27FC236}">
                <a16:creationId xmlns:a16="http://schemas.microsoft.com/office/drawing/2014/main" id="{3C06152B-C0D1-4DDB-8D84-99C55AA7A090}"/>
              </a:ext>
            </a:extLst>
          </p:cNvPr>
          <p:cNvCxnSpPr>
            <a:cxnSpLocks/>
          </p:cNvCxnSpPr>
          <p:nvPr/>
        </p:nvCxnSpPr>
        <p:spPr>
          <a:xfrm flipV="1">
            <a:off x="4388732" y="5290844"/>
            <a:ext cx="2164154" cy="22445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2" name="Straight Connector 1601">
            <a:extLst>
              <a:ext uri="{FF2B5EF4-FFF2-40B4-BE49-F238E27FC236}">
                <a16:creationId xmlns:a16="http://schemas.microsoft.com/office/drawing/2014/main" id="{21D7C35C-7990-4D60-9760-2D6ECC1084CA}"/>
              </a:ext>
            </a:extLst>
          </p:cNvPr>
          <p:cNvCxnSpPr>
            <a:cxnSpLocks/>
          </p:cNvCxnSpPr>
          <p:nvPr/>
        </p:nvCxnSpPr>
        <p:spPr>
          <a:xfrm flipV="1">
            <a:off x="4537900" y="5324475"/>
            <a:ext cx="2131505" cy="2187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Straight Connector 1602">
            <a:extLst>
              <a:ext uri="{FF2B5EF4-FFF2-40B4-BE49-F238E27FC236}">
                <a16:creationId xmlns:a16="http://schemas.microsoft.com/office/drawing/2014/main" id="{2C0704D9-97FA-4746-86F7-4377AB1FBCA2}"/>
              </a:ext>
            </a:extLst>
          </p:cNvPr>
          <p:cNvCxnSpPr>
            <a:cxnSpLocks/>
          </p:cNvCxnSpPr>
          <p:nvPr/>
        </p:nvCxnSpPr>
        <p:spPr>
          <a:xfrm flipV="1">
            <a:off x="4537900" y="5371291"/>
            <a:ext cx="2124971" cy="21986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4" name="Straight Connector 1603">
            <a:extLst>
              <a:ext uri="{FF2B5EF4-FFF2-40B4-BE49-F238E27FC236}">
                <a16:creationId xmlns:a16="http://schemas.microsoft.com/office/drawing/2014/main" id="{E536D257-9CA8-4A50-B2AE-DC6EC423E08C}"/>
              </a:ext>
            </a:extLst>
          </p:cNvPr>
          <p:cNvCxnSpPr>
            <a:cxnSpLocks/>
          </p:cNvCxnSpPr>
          <p:nvPr/>
        </p:nvCxnSpPr>
        <p:spPr>
          <a:xfrm flipV="1">
            <a:off x="4688598" y="5410814"/>
            <a:ext cx="2085607" cy="2109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Straight Connector 1614">
            <a:extLst>
              <a:ext uri="{FF2B5EF4-FFF2-40B4-BE49-F238E27FC236}">
                <a16:creationId xmlns:a16="http://schemas.microsoft.com/office/drawing/2014/main" id="{864F7C7D-3712-4F0E-9E45-187440EFA43A}"/>
              </a:ext>
            </a:extLst>
          </p:cNvPr>
          <p:cNvCxnSpPr>
            <a:cxnSpLocks/>
          </p:cNvCxnSpPr>
          <p:nvPr/>
        </p:nvCxnSpPr>
        <p:spPr>
          <a:xfrm flipV="1">
            <a:off x="4694098" y="5454023"/>
            <a:ext cx="2085607" cy="2285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9" name="Group 1618">
            <a:extLst>
              <a:ext uri="{FF2B5EF4-FFF2-40B4-BE49-F238E27FC236}">
                <a16:creationId xmlns:a16="http://schemas.microsoft.com/office/drawing/2014/main" id="{A529C4C8-9310-4A43-A33B-F4085047F6CE}"/>
              </a:ext>
            </a:extLst>
          </p:cNvPr>
          <p:cNvGrpSpPr/>
          <p:nvPr/>
        </p:nvGrpSpPr>
        <p:grpSpPr>
          <a:xfrm>
            <a:off x="4231796" y="5439854"/>
            <a:ext cx="464011" cy="239498"/>
            <a:chOff x="4231789" y="5439842"/>
            <a:chExt cx="238988" cy="257059"/>
          </a:xfrm>
        </p:grpSpPr>
        <p:grpSp>
          <p:nvGrpSpPr>
            <p:cNvPr id="1605" name="Group 1604">
              <a:extLst>
                <a:ext uri="{FF2B5EF4-FFF2-40B4-BE49-F238E27FC236}">
                  <a16:creationId xmlns:a16="http://schemas.microsoft.com/office/drawing/2014/main" id="{F9F03F23-1B6E-4E21-A8C7-B24B23604851}"/>
                </a:ext>
              </a:extLst>
            </p:cNvPr>
            <p:cNvGrpSpPr/>
            <p:nvPr/>
          </p:nvGrpSpPr>
          <p:grpSpPr>
            <a:xfrm>
              <a:off x="4231789" y="5439842"/>
              <a:ext cx="162067" cy="114783"/>
              <a:chOff x="6428313" y="5199733"/>
              <a:chExt cx="276194" cy="181302"/>
            </a:xfrm>
          </p:grpSpPr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E1C788AB-B6F7-4B67-85E9-EED1EE70B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6062" y="5321770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Straight Connector 962">
                <a:extLst>
                  <a:ext uri="{FF2B5EF4-FFF2-40B4-BE49-F238E27FC236}">
                    <a16:creationId xmlns:a16="http://schemas.microsoft.com/office/drawing/2014/main" id="{EDF54B2C-4BE0-4CF6-B69C-F8C85E018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8313" y="5199733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" name="Straight Connector 963">
                <a:extLst>
                  <a:ext uri="{FF2B5EF4-FFF2-40B4-BE49-F238E27FC236}">
                    <a16:creationId xmlns:a16="http://schemas.microsoft.com/office/drawing/2014/main" id="{04CB39AB-857B-4CBA-9C04-457CBC1E9D58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0" name="Group 1609">
              <a:extLst>
                <a:ext uri="{FF2B5EF4-FFF2-40B4-BE49-F238E27FC236}">
                  <a16:creationId xmlns:a16="http://schemas.microsoft.com/office/drawing/2014/main" id="{3E2A7259-395D-4E19-A6E1-ACC15191C926}"/>
                </a:ext>
              </a:extLst>
            </p:cNvPr>
            <p:cNvGrpSpPr/>
            <p:nvPr/>
          </p:nvGrpSpPr>
          <p:grpSpPr>
            <a:xfrm>
              <a:off x="4389542" y="5550184"/>
              <a:ext cx="81235" cy="86836"/>
              <a:chOff x="6567734" y="5242848"/>
              <a:chExt cx="138442" cy="137159"/>
            </a:xfrm>
          </p:grpSpPr>
          <p:cxnSp>
            <p:nvCxnSpPr>
              <p:cNvPr id="1611" name="Straight Connector 1610">
                <a:extLst>
                  <a:ext uri="{FF2B5EF4-FFF2-40B4-BE49-F238E27FC236}">
                    <a16:creationId xmlns:a16="http://schemas.microsoft.com/office/drawing/2014/main" id="{3048111D-BB4C-427D-9F5F-DA66AD781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8"/>
                <a:ext cx="138442" cy="5177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3" name="Straight Connector 1612">
                <a:extLst>
                  <a:ext uri="{FF2B5EF4-FFF2-40B4-BE49-F238E27FC236}">
                    <a16:creationId xmlns:a16="http://schemas.microsoft.com/office/drawing/2014/main" id="{A077D6E3-CA14-4AEE-B3C9-394CCC4F29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70750" y="5242848"/>
                <a:ext cx="1024" cy="88712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18" name="Straight Connector 1617">
              <a:extLst>
                <a:ext uri="{FF2B5EF4-FFF2-40B4-BE49-F238E27FC236}">
                  <a16:creationId xmlns:a16="http://schemas.microsoft.com/office/drawing/2014/main" id="{F8769CE6-35A8-48DE-B70A-1969B1447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9899" y="5641403"/>
              <a:ext cx="2" cy="5549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0" name="Group 1619">
            <a:extLst>
              <a:ext uri="{FF2B5EF4-FFF2-40B4-BE49-F238E27FC236}">
                <a16:creationId xmlns:a16="http://schemas.microsoft.com/office/drawing/2014/main" id="{3BF958A4-57B9-46CE-8FD2-179B1F3F7740}"/>
              </a:ext>
            </a:extLst>
          </p:cNvPr>
          <p:cNvGrpSpPr/>
          <p:nvPr/>
        </p:nvGrpSpPr>
        <p:grpSpPr>
          <a:xfrm>
            <a:off x="6434026" y="5200073"/>
            <a:ext cx="349710" cy="260134"/>
            <a:chOff x="4231787" y="5439836"/>
            <a:chExt cx="239017" cy="247198"/>
          </a:xfrm>
        </p:grpSpPr>
        <p:grpSp>
          <p:nvGrpSpPr>
            <p:cNvPr id="1621" name="Group 1620">
              <a:extLst>
                <a:ext uri="{FF2B5EF4-FFF2-40B4-BE49-F238E27FC236}">
                  <a16:creationId xmlns:a16="http://schemas.microsoft.com/office/drawing/2014/main" id="{B975FB2C-A63E-443D-92B0-408291A14E5E}"/>
                </a:ext>
              </a:extLst>
            </p:cNvPr>
            <p:cNvGrpSpPr/>
            <p:nvPr/>
          </p:nvGrpSpPr>
          <p:grpSpPr>
            <a:xfrm>
              <a:off x="4231787" y="5439836"/>
              <a:ext cx="163048" cy="118872"/>
              <a:chOff x="6428313" y="5199733"/>
              <a:chExt cx="277866" cy="187761"/>
            </a:xfrm>
          </p:grpSpPr>
          <p:cxnSp>
            <p:nvCxnSpPr>
              <p:cNvPr id="1626" name="Straight Connector 1625">
                <a:extLst>
                  <a:ext uri="{FF2B5EF4-FFF2-40B4-BE49-F238E27FC236}">
                    <a16:creationId xmlns:a16="http://schemas.microsoft.com/office/drawing/2014/main" id="{A57492AA-B5DD-4CEE-A931-5349E59D7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9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7" name="Straight Connector 1626">
                <a:extLst>
                  <a:ext uri="{FF2B5EF4-FFF2-40B4-BE49-F238E27FC236}">
                    <a16:creationId xmlns:a16="http://schemas.microsoft.com/office/drawing/2014/main" id="{BD3A80EB-3585-42B2-8487-BE086EBC1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8313" y="5199733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8" name="Straight Connector 1627">
                <a:extLst>
                  <a:ext uri="{FF2B5EF4-FFF2-40B4-BE49-F238E27FC236}">
                    <a16:creationId xmlns:a16="http://schemas.microsoft.com/office/drawing/2014/main" id="{F156FB18-3374-4820-B075-3F918CE7EB6E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2" name="Group 1621">
              <a:extLst>
                <a:ext uri="{FF2B5EF4-FFF2-40B4-BE49-F238E27FC236}">
                  <a16:creationId xmlns:a16="http://schemas.microsoft.com/office/drawing/2014/main" id="{0F4AE33C-14C6-45C0-9C2A-B14FBA8F7D02}"/>
                </a:ext>
              </a:extLst>
            </p:cNvPr>
            <p:cNvGrpSpPr/>
            <p:nvPr/>
          </p:nvGrpSpPr>
          <p:grpSpPr>
            <a:xfrm>
              <a:off x="4388994" y="5560392"/>
              <a:ext cx="81810" cy="81351"/>
              <a:chOff x="6566758" y="5258998"/>
              <a:chExt cx="139421" cy="128496"/>
            </a:xfrm>
          </p:grpSpPr>
          <p:cxnSp>
            <p:nvCxnSpPr>
              <p:cNvPr id="1624" name="Straight Connector 1623">
                <a:extLst>
                  <a:ext uri="{FF2B5EF4-FFF2-40B4-BE49-F238E27FC236}">
                    <a16:creationId xmlns:a16="http://schemas.microsoft.com/office/drawing/2014/main" id="{059354F4-23C4-4F29-AF41-B8FEF787C6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7734" y="5328229"/>
                <a:ext cx="138445" cy="5926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5" name="Straight Connector 1624">
                <a:extLst>
                  <a:ext uri="{FF2B5EF4-FFF2-40B4-BE49-F238E27FC236}">
                    <a16:creationId xmlns:a16="http://schemas.microsoft.com/office/drawing/2014/main" id="{A9DBC78E-5679-48D4-A71E-6DE164125C12}"/>
                  </a:ext>
                </a:extLst>
              </p:cNvPr>
              <p:cNvCxnSpPr/>
              <p:nvPr/>
            </p:nvCxnSpPr>
            <p:spPr>
              <a:xfrm>
                <a:off x="6566758" y="5258998"/>
                <a:ext cx="0" cy="7207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23" name="Straight Connector 1622">
              <a:extLst>
                <a:ext uri="{FF2B5EF4-FFF2-40B4-BE49-F238E27FC236}">
                  <a16:creationId xmlns:a16="http://schemas.microsoft.com/office/drawing/2014/main" id="{2BABCA96-E9EC-43B2-AF3E-8E99DA3F88E2}"/>
                </a:ext>
              </a:extLst>
            </p:cNvPr>
            <p:cNvCxnSpPr/>
            <p:nvPr/>
          </p:nvCxnSpPr>
          <p:spPr>
            <a:xfrm>
              <a:off x="4469901" y="5641403"/>
              <a:ext cx="0" cy="4563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B9A36B81-A4AF-435F-91B0-B61281081A8F}"/>
              </a:ext>
            </a:extLst>
          </p:cNvPr>
          <p:cNvCxnSpPr>
            <a:cxnSpLocks/>
          </p:cNvCxnSpPr>
          <p:nvPr/>
        </p:nvCxnSpPr>
        <p:spPr>
          <a:xfrm>
            <a:off x="4232284" y="5577326"/>
            <a:ext cx="461814" cy="10708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Straight Connector 1737">
            <a:extLst>
              <a:ext uri="{FF2B5EF4-FFF2-40B4-BE49-F238E27FC236}">
                <a16:creationId xmlns:a16="http://schemas.microsoft.com/office/drawing/2014/main" id="{48339068-E749-43B3-A2F4-DD2658B8C0ED}"/>
              </a:ext>
            </a:extLst>
          </p:cNvPr>
          <p:cNvCxnSpPr>
            <a:cxnSpLocks/>
          </p:cNvCxnSpPr>
          <p:nvPr/>
        </p:nvCxnSpPr>
        <p:spPr>
          <a:xfrm>
            <a:off x="3890287" y="5776616"/>
            <a:ext cx="2890296" cy="3806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Straight Connector 1738">
            <a:extLst>
              <a:ext uri="{FF2B5EF4-FFF2-40B4-BE49-F238E27FC236}">
                <a16:creationId xmlns:a16="http://schemas.microsoft.com/office/drawing/2014/main" id="{FCF40469-083A-49CF-BA92-2ED182BF3A40}"/>
              </a:ext>
            </a:extLst>
          </p:cNvPr>
          <p:cNvCxnSpPr>
            <a:cxnSpLocks/>
          </p:cNvCxnSpPr>
          <p:nvPr/>
        </p:nvCxnSpPr>
        <p:spPr>
          <a:xfrm flipV="1">
            <a:off x="6774205" y="5763192"/>
            <a:ext cx="2621960" cy="39403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64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1277484" y="1172003"/>
            <a:ext cx="0" cy="959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1277484" y="843436"/>
            <a:ext cx="2387707" cy="32856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1277484" y="5713536"/>
            <a:ext cx="1935215" cy="127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3664295" y="1847850"/>
            <a:ext cx="0" cy="184471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3078480" y="1965960"/>
            <a:ext cx="583885" cy="4183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3078480" y="3495040"/>
            <a:ext cx="585814" cy="19115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778521" y="3596299"/>
            <a:ext cx="498963" cy="14454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1277484" y="3686193"/>
            <a:ext cx="2386810" cy="535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D01EFC17-914F-4D80-AE4A-AD334D0EB75D}"/>
              </a:ext>
            </a:extLst>
          </p:cNvPr>
          <p:cNvGrpSpPr/>
          <p:nvPr/>
        </p:nvGrpSpPr>
        <p:grpSpPr>
          <a:xfrm>
            <a:off x="784017" y="1960636"/>
            <a:ext cx="2296277" cy="1636195"/>
            <a:chOff x="814497" y="1940317"/>
            <a:chExt cx="2296277" cy="15308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9F305-E98F-4C24-8536-D582FA243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1940317"/>
              <a:ext cx="2296277" cy="22222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94AD-285E-436E-95B4-CE08088C9194}"/>
                </a:ext>
              </a:extLst>
            </p:cNvPr>
            <p:cNvCxnSpPr>
              <a:cxnSpLocks/>
            </p:cNvCxnSpPr>
            <p:nvPr/>
          </p:nvCxnSpPr>
          <p:spPr>
            <a:xfrm>
              <a:off x="814497" y="2162538"/>
              <a:ext cx="0" cy="130863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CDE03E-53D6-46A8-A218-C865CDD8E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3376524"/>
              <a:ext cx="2296277" cy="9465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6D9EF5-B479-4B9F-AC5F-47FC2D1FD3EF}"/>
                </a:ext>
              </a:extLst>
            </p:cNvPr>
            <p:cNvCxnSpPr>
              <a:cxnSpLocks/>
            </p:cNvCxnSpPr>
            <p:nvPr/>
          </p:nvCxnSpPr>
          <p:spPr>
            <a:xfrm>
              <a:off x="3110774" y="1940317"/>
              <a:ext cx="0" cy="14362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339" y="2022629"/>
              <a:ext cx="2164594" cy="22221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880343" y="2244848"/>
              <a:ext cx="0" cy="112754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880343" y="3294220"/>
              <a:ext cx="2164590" cy="7817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3044932" y="2022628"/>
              <a:ext cx="0" cy="127159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225858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233775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971113" y="2018499"/>
              <a:ext cx="42386" cy="12715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891946" y="2041542"/>
              <a:ext cx="45719" cy="1259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2812775" y="2041540"/>
              <a:ext cx="45719" cy="12636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2733606" y="2059202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2496094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2416923" y="2085693"/>
              <a:ext cx="45719" cy="1230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2654435" y="2059201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2179411" y="2112186"/>
              <a:ext cx="45719" cy="1215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2575265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704389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2100241" y="2112185"/>
              <a:ext cx="42386" cy="1212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625218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2021070" y="2131612"/>
              <a:ext cx="45719" cy="1200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1546048" y="2172213"/>
              <a:ext cx="42386" cy="11764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941900" y="2131611"/>
              <a:ext cx="42386" cy="1207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1466876" y="2186360"/>
              <a:ext cx="45719" cy="1168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862730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1387707" y="2186360"/>
              <a:ext cx="47361" cy="11712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783559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912683" y="2244235"/>
              <a:ext cx="42386" cy="11275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1150194" y="2212852"/>
              <a:ext cx="45719" cy="11494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991854" y="2232279"/>
              <a:ext cx="44075" cy="11395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1229365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1071023" y="2223448"/>
              <a:ext cx="45719" cy="1138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1308536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1277484" y="3729418"/>
            <a:ext cx="0" cy="19939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825945" y="4155440"/>
            <a:ext cx="1246727" cy="1160660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3251835" y="1339217"/>
            <a:ext cx="2095500" cy="373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5347504" y="1574800"/>
            <a:ext cx="0" cy="444124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5341620" y="1339215"/>
            <a:ext cx="3439710" cy="3487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D1099D-D3B5-453C-BD1A-AD0186F501DF}"/>
              </a:ext>
            </a:extLst>
          </p:cNvPr>
          <p:cNvCxnSpPr>
            <a:cxnSpLocks/>
          </p:cNvCxnSpPr>
          <p:nvPr/>
        </p:nvCxnSpPr>
        <p:spPr>
          <a:xfrm>
            <a:off x="1277484" y="5378335"/>
            <a:ext cx="1935215" cy="1072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3664294" y="846631"/>
            <a:ext cx="3169322" cy="1768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31759" y="388447"/>
            <a:ext cx="4588081" cy="6342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8202761" y="3164246"/>
            <a:ext cx="0" cy="30079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59121FF-1B47-46BE-89CE-A09A876222F3}"/>
              </a:ext>
            </a:extLst>
          </p:cNvPr>
          <p:cNvCxnSpPr>
            <a:cxnSpLocks/>
          </p:cNvCxnSpPr>
          <p:nvPr/>
        </p:nvCxnSpPr>
        <p:spPr>
          <a:xfrm flipV="1">
            <a:off x="1280160" y="1335025"/>
            <a:ext cx="2389632" cy="2682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3669792" y="3686194"/>
            <a:ext cx="1675638" cy="342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11291104" y="111760"/>
            <a:ext cx="0" cy="626557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5BD2DD4-814D-4CD3-9844-AB00E4C958B4}"/>
              </a:ext>
            </a:extLst>
          </p:cNvPr>
          <p:cNvCxnSpPr>
            <a:cxnSpLocks/>
          </p:cNvCxnSpPr>
          <p:nvPr/>
        </p:nvCxnSpPr>
        <p:spPr>
          <a:xfrm>
            <a:off x="11209535" y="410685"/>
            <a:ext cx="1136213" cy="960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11273959" y="6244169"/>
            <a:ext cx="1193854" cy="16428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6833616" y="1022744"/>
            <a:ext cx="0" cy="4648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5349240" y="1455420"/>
            <a:ext cx="3432090" cy="35169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3248025" y="1455421"/>
            <a:ext cx="2103120" cy="3581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6830866" y="1804035"/>
            <a:ext cx="1953089" cy="2594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6E8E953-3F0A-4FD6-8234-46F4F4FD4AD7}"/>
              </a:ext>
            </a:extLst>
          </p:cNvPr>
          <p:cNvCxnSpPr>
            <a:cxnSpLocks/>
          </p:cNvCxnSpPr>
          <p:nvPr/>
        </p:nvCxnSpPr>
        <p:spPr>
          <a:xfrm>
            <a:off x="3251835" y="1815465"/>
            <a:ext cx="1926993" cy="1331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6826588" y="2066045"/>
            <a:ext cx="0" cy="10830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5516880" y="3139440"/>
            <a:ext cx="2686050" cy="266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5516880" y="3177540"/>
            <a:ext cx="2685881" cy="213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6826588" y="3692565"/>
            <a:ext cx="0" cy="173420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EF2EF59B-E97F-46A7-BFD2-1875947A6D72}"/>
              </a:ext>
            </a:extLst>
          </p:cNvPr>
          <p:cNvGrpSpPr/>
          <p:nvPr/>
        </p:nvGrpSpPr>
        <p:grpSpPr>
          <a:xfrm>
            <a:off x="3666523" y="3154414"/>
            <a:ext cx="1516380" cy="50799"/>
            <a:chOff x="3665220" y="3141981"/>
            <a:chExt cx="1516380" cy="50799"/>
          </a:xfrm>
        </p:grpSpPr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67587B15-E7C5-4E63-BBDF-7E39C8FA3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7125" y="3141981"/>
              <a:ext cx="1514475" cy="1650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31B7C4BE-A631-4CFD-87CB-A9E7D46546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5220" y="3180083"/>
              <a:ext cx="1516380" cy="1269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5516179" y="1608952"/>
            <a:ext cx="0" cy="44032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5178828" y="1616573"/>
            <a:ext cx="0" cy="21015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5514340" y="1973580"/>
            <a:ext cx="1312248" cy="908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700A1E2-84D8-4A48-B35A-64E89217B41E}"/>
              </a:ext>
            </a:extLst>
          </p:cNvPr>
          <p:cNvCxnSpPr/>
          <p:nvPr/>
        </p:nvCxnSpPr>
        <p:spPr>
          <a:xfrm>
            <a:off x="8781330" y="1685118"/>
            <a:ext cx="0" cy="1215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5516880" y="3669030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5178828" y="1580703"/>
            <a:ext cx="169656" cy="358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5348484" y="1580415"/>
            <a:ext cx="168396" cy="324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3251835" y="1706880"/>
            <a:ext cx="0" cy="1136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3664294" y="843436"/>
            <a:ext cx="0" cy="7986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7644950" y="2306411"/>
            <a:ext cx="390185" cy="852079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7460318" y="2350810"/>
            <a:ext cx="0" cy="80768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6905201" y="2421255"/>
            <a:ext cx="0" cy="7278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6899186" y="2350770"/>
            <a:ext cx="565704" cy="7400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6965526" y="2484120"/>
            <a:ext cx="0" cy="6724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7392246" y="2441707"/>
            <a:ext cx="0" cy="7167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6965483" y="2442210"/>
            <a:ext cx="433537" cy="441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7007914" y="2484120"/>
            <a:ext cx="342072" cy="32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7349986" y="2516435"/>
            <a:ext cx="0" cy="6401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EEC889-FB98-4EFB-AE3D-0EB93F510C87}"/>
              </a:ext>
            </a:extLst>
          </p:cNvPr>
          <p:cNvGrpSpPr/>
          <p:nvPr/>
        </p:nvGrpSpPr>
        <p:grpSpPr>
          <a:xfrm>
            <a:off x="6993092" y="2616275"/>
            <a:ext cx="330732" cy="495369"/>
            <a:chOff x="7030573" y="2616275"/>
            <a:chExt cx="387780" cy="49536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423AC2A2-7877-4C76-BE8A-1B90F4BA73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616275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5A53DB9C-ECDC-425A-A585-6B0EF7FB7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770674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7CA6FD11-83FC-49A8-A3D3-23071CB92A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1597" y="2931795"/>
              <a:ext cx="381817" cy="278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43627FD-BC21-4BB7-BDE2-83A5C1A1CC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3846" y="3086837"/>
              <a:ext cx="381936" cy="248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5E6DF1F3-BEE5-4DC2-ADCF-7AD693496990}"/>
              </a:ext>
            </a:extLst>
          </p:cNvPr>
          <p:cNvGrpSpPr/>
          <p:nvPr/>
        </p:nvGrpSpPr>
        <p:grpSpPr>
          <a:xfrm>
            <a:off x="3212699" y="3687834"/>
            <a:ext cx="2135641" cy="2410487"/>
            <a:chOff x="8863452" y="3352940"/>
            <a:chExt cx="2135641" cy="2410487"/>
          </a:xfrm>
        </p:grpSpPr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7BAC1A72-CB31-4B95-B333-5ED0F537CA0B}"/>
                </a:ext>
              </a:extLst>
            </p:cNvPr>
            <p:cNvCxnSpPr>
              <a:cxnSpLocks/>
            </p:cNvCxnSpPr>
            <p:nvPr/>
          </p:nvCxnSpPr>
          <p:spPr>
            <a:xfrm>
              <a:off x="8874882" y="3461341"/>
              <a:ext cx="1890290" cy="2641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8CE46308-D303-4287-B0A0-5785768DE226}"/>
                </a:ext>
              </a:extLst>
            </p:cNvPr>
            <p:cNvCxnSpPr>
              <a:cxnSpLocks/>
            </p:cNvCxnSpPr>
            <p:nvPr/>
          </p:nvCxnSpPr>
          <p:spPr>
            <a:xfrm>
              <a:off x="8863452" y="5626217"/>
              <a:ext cx="1901720" cy="13721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C1DAD8F-F9F8-4ACA-AFD7-605FD3194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4882" y="3456157"/>
              <a:ext cx="0" cy="21709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4B575B8-4C9E-44F4-B08F-D16C78D44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4848" y="3491732"/>
              <a:ext cx="0" cy="22703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40C9D70-E420-4BE9-B50D-9033DA237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3452" y="3353452"/>
              <a:ext cx="478219" cy="11068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987FCF0-0FC4-4BA8-BFCB-0E4C2D931C07}"/>
                </a:ext>
              </a:extLst>
            </p:cNvPr>
            <p:cNvCxnSpPr>
              <a:cxnSpLocks/>
            </p:cNvCxnSpPr>
            <p:nvPr/>
          </p:nvCxnSpPr>
          <p:spPr>
            <a:xfrm>
              <a:off x="9333870" y="3352940"/>
              <a:ext cx="1658503" cy="303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FEBEA75B-384F-4F4F-962F-71DCF3B20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9093" y="3385941"/>
              <a:ext cx="0" cy="22959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BD4BA29-0A58-4D19-B63E-90653A612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024" y="5677287"/>
              <a:ext cx="248673" cy="7914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EA140A1-022A-4490-89FD-7C08331DB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6744" y="3389564"/>
              <a:ext cx="259953" cy="1021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92FA4C2-2A51-4CD5-B94B-97AF052E2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0879" y="3739516"/>
              <a:ext cx="3415" cy="1662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E6B7D22D-46A5-4FF9-B662-016F47F3C22D}"/>
                </a:ext>
              </a:extLst>
            </p:cNvPr>
            <p:cNvCxnSpPr>
              <a:cxnSpLocks/>
            </p:cNvCxnSpPr>
            <p:nvPr/>
          </p:nvCxnSpPr>
          <p:spPr>
            <a:xfrm>
              <a:off x="9130699" y="5395576"/>
              <a:ext cx="1343650" cy="662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C5FDD99D-1AC7-4B29-A072-394E94D35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4349" y="3739346"/>
              <a:ext cx="0" cy="172658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EEC4FBE-89A1-4C6A-A38D-DA894ECBC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879" y="3739516"/>
              <a:ext cx="1352500" cy="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93165115-0F74-4F57-ADDC-CF7F4A3F2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5089" y="5312622"/>
              <a:ext cx="121815" cy="7584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F70C611D-ED0E-4352-8C07-F9AF5552F20F}"/>
                </a:ext>
              </a:extLst>
            </p:cNvPr>
            <p:cNvCxnSpPr>
              <a:cxnSpLocks/>
            </p:cNvCxnSpPr>
            <p:nvPr/>
          </p:nvCxnSpPr>
          <p:spPr>
            <a:xfrm>
              <a:off x="10422228" y="5327087"/>
              <a:ext cx="48311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E95DB874-446B-4A79-B174-A920949E0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177188" y="5326015"/>
              <a:ext cx="5583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8D19C19C-19C0-448D-B2BA-F3A8D84A23EC}"/>
              </a:ext>
            </a:extLst>
          </p:cNvPr>
          <p:cNvCxnSpPr>
            <a:cxnSpLocks/>
          </p:cNvCxnSpPr>
          <p:nvPr/>
        </p:nvCxnSpPr>
        <p:spPr>
          <a:xfrm>
            <a:off x="5514109" y="5597236"/>
            <a:ext cx="360218" cy="2039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7243D69F-240B-4EEF-934A-E55EECBF4D5E}"/>
              </a:ext>
            </a:extLst>
          </p:cNvPr>
          <p:cNvCxnSpPr>
            <a:cxnSpLocks/>
          </p:cNvCxnSpPr>
          <p:nvPr/>
        </p:nvCxnSpPr>
        <p:spPr>
          <a:xfrm>
            <a:off x="1253648" y="6099501"/>
            <a:ext cx="10381116" cy="6829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C6DC9CC-24CA-4C69-9DF9-CF5C2BB2733E}"/>
              </a:ext>
            </a:extLst>
          </p:cNvPr>
          <p:cNvCxnSpPr>
            <a:cxnSpLocks/>
          </p:cNvCxnSpPr>
          <p:nvPr/>
        </p:nvCxnSpPr>
        <p:spPr>
          <a:xfrm flipV="1">
            <a:off x="5517203" y="5544062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5513505" y="5425911"/>
            <a:ext cx="1310287" cy="2435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6830831" y="5425911"/>
            <a:ext cx="1374327" cy="1045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0AD45406-A377-49AA-87C8-4EA85A4A2FC9}"/>
              </a:ext>
            </a:extLst>
          </p:cNvPr>
          <p:cNvGrpSpPr/>
          <p:nvPr/>
        </p:nvGrpSpPr>
        <p:grpSpPr>
          <a:xfrm>
            <a:off x="3605316" y="4071248"/>
            <a:ext cx="1218889" cy="1684611"/>
            <a:chOff x="3605316" y="4071248"/>
            <a:chExt cx="1218889" cy="1684611"/>
          </a:xfrm>
        </p:grpSpPr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08995128-5CC5-4E4F-900C-FAB43AA3A78A}"/>
                </a:ext>
              </a:extLst>
            </p:cNvPr>
            <p:cNvCxnSpPr>
              <a:cxnSpLocks/>
            </p:cNvCxnSpPr>
            <p:nvPr/>
          </p:nvCxnSpPr>
          <p:spPr>
            <a:xfrm>
              <a:off x="4036355" y="5479300"/>
              <a:ext cx="6320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EB51C09D-C8D7-411E-A410-A9C3C29FB874}"/>
                </a:ext>
              </a:extLst>
            </p:cNvPr>
            <p:cNvGrpSpPr/>
            <p:nvPr/>
          </p:nvGrpSpPr>
          <p:grpSpPr>
            <a:xfrm rot="10800000" flipH="1">
              <a:off x="3605316" y="4075591"/>
              <a:ext cx="186387" cy="1634247"/>
              <a:chOff x="9806989" y="1687551"/>
              <a:chExt cx="338052" cy="1901618"/>
            </a:xfrm>
          </p:grpSpPr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F267B448-BAF8-46B1-B659-97FF12EE9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F25D6312-8284-43FB-92AE-E99B268F6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C1BB06CC-50E6-4111-9474-E07F12242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Straight Connector 600">
                <a:extLst>
                  <a:ext uri="{FF2B5EF4-FFF2-40B4-BE49-F238E27FC236}">
                    <a16:creationId xmlns:a16="http://schemas.microsoft.com/office/drawing/2014/main" id="{4F047A54-2476-439B-902D-C768CC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Straight Connector 601">
                <a:extLst>
                  <a:ext uri="{FF2B5EF4-FFF2-40B4-BE49-F238E27FC236}">
                    <a16:creationId xmlns:a16="http://schemas.microsoft.com/office/drawing/2014/main" id="{7FFD36F8-0915-4653-82E2-87B354734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6" name="Group 605">
              <a:extLst>
                <a:ext uri="{FF2B5EF4-FFF2-40B4-BE49-F238E27FC236}">
                  <a16:creationId xmlns:a16="http://schemas.microsoft.com/office/drawing/2014/main" id="{F3D2D3A5-5CF4-4956-8A67-06A450B2B8F9}"/>
                </a:ext>
              </a:extLst>
            </p:cNvPr>
            <p:cNvGrpSpPr/>
            <p:nvPr/>
          </p:nvGrpSpPr>
          <p:grpSpPr>
            <a:xfrm rot="10800000" flipH="1">
              <a:off x="3850356" y="4074239"/>
              <a:ext cx="186387" cy="1651209"/>
              <a:chOff x="9806989" y="1687551"/>
              <a:chExt cx="338052" cy="1812065"/>
            </a:xfrm>
          </p:grpSpPr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A8421CD7-C76A-46D5-9515-FAC0EA3F9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58C02F1E-41BC-4F98-A555-3BD5942FBF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4401788A-DF0D-4EA8-AFB0-037BEEBC6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C62A68E4-09C8-4A08-98DE-770330E90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18154CBB-7240-441F-A13A-B1C7CD2800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EAD85C99-C2CB-4A4F-8E61-0B17638FDE99}"/>
                </a:ext>
              </a:extLst>
            </p:cNvPr>
            <p:cNvGrpSpPr/>
            <p:nvPr/>
          </p:nvGrpSpPr>
          <p:grpSpPr>
            <a:xfrm rot="10800000" flipH="1">
              <a:off x="4095396" y="4074240"/>
              <a:ext cx="186387" cy="1658102"/>
              <a:chOff x="9806989" y="1687551"/>
              <a:chExt cx="338052" cy="1853975"/>
            </a:xfrm>
          </p:grpSpPr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4B2E40E0-82F8-425B-A071-17D34839B7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4C5481AD-9FC3-44F6-A134-1273ABC8B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C54E5974-685B-4E1D-93FE-3B8643C7D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C24FBB77-4713-4940-B999-5A0AF53E3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E5E5B668-B567-4BCF-84FE-128D50415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8FA28A08-D53C-4304-BDA9-98D38046E097}"/>
                </a:ext>
              </a:extLst>
            </p:cNvPr>
            <p:cNvGrpSpPr/>
            <p:nvPr/>
          </p:nvGrpSpPr>
          <p:grpSpPr>
            <a:xfrm rot="10800000" flipH="1">
              <a:off x="4340436" y="4071248"/>
              <a:ext cx="186387" cy="1676701"/>
              <a:chOff x="9806989" y="1687551"/>
              <a:chExt cx="338052" cy="1884455"/>
            </a:xfrm>
          </p:grpSpPr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0D0D43CC-6EBF-47D4-B155-555DFED7A4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Straight Connector 619">
                <a:extLst>
                  <a:ext uri="{FF2B5EF4-FFF2-40B4-BE49-F238E27FC236}">
                    <a16:creationId xmlns:a16="http://schemas.microsoft.com/office/drawing/2014/main" id="{ACA267C4-0C87-41BA-812B-ED34006DF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D0A95007-8B8E-4538-B21B-F1B7EFE3A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621">
                <a:extLst>
                  <a:ext uri="{FF2B5EF4-FFF2-40B4-BE49-F238E27FC236}">
                    <a16:creationId xmlns:a16="http://schemas.microsoft.com/office/drawing/2014/main" id="{6B6A971E-5B7D-4868-BBCA-6B7D1389FD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622">
                <a:extLst>
                  <a:ext uri="{FF2B5EF4-FFF2-40B4-BE49-F238E27FC236}">
                    <a16:creationId xmlns:a16="http://schemas.microsoft.com/office/drawing/2014/main" id="{F7E31502-0640-4B01-877C-79886DB146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609ABE6D-6815-433D-8C77-FDF2D2190568}"/>
                </a:ext>
              </a:extLst>
            </p:cNvPr>
            <p:cNvGrpSpPr/>
            <p:nvPr/>
          </p:nvGrpSpPr>
          <p:grpSpPr>
            <a:xfrm rot="10800000" flipH="1">
              <a:off x="4585476" y="4076219"/>
              <a:ext cx="186387" cy="1679640"/>
              <a:chOff x="9806989" y="1687551"/>
              <a:chExt cx="338052" cy="1928270"/>
            </a:xfrm>
          </p:grpSpPr>
          <p:cxnSp>
            <p:nvCxnSpPr>
              <p:cNvPr id="625" name="Straight Connector 624">
                <a:extLst>
                  <a:ext uri="{FF2B5EF4-FFF2-40B4-BE49-F238E27FC236}">
                    <a16:creationId xmlns:a16="http://schemas.microsoft.com/office/drawing/2014/main" id="{D211B511-9BE2-4D7C-BECC-F9D617040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Straight Connector 625">
                <a:extLst>
                  <a:ext uri="{FF2B5EF4-FFF2-40B4-BE49-F238E27FC236}">
                    <a16:creationId xmlns:a16="http://schemas.microsoft.com/office/drawing/2014/main" id="{3760CCD7-7FCB-41AB-88A2-D94B1C414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978E176E-4885-43F2-B666-39BFBED8DF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4D7E0B33-CFC6-4295-B87B-752345DFA1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Connector 628">
                <a:extLst>
                  <a:ext uri="{FF2B5EF4-FFF2-40B4-BE49-F238E27FC236}">
                    <a16:creationId xmlns:a16="http://schemas.microsoft.com/office/drawing/2014/main" id="{49965B13-9F86-4B80-A42B-A1BF889C4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09E999B6-AC3B-47E9-A529-23B2DE53A717}"/>
                </a:ext>
              </a:extLst>
            </p:cNvPr>
            <p:cNvCxnSpPr>
              <a:cxnSpLocks/>
            </p:cNvCxnSpPr>
            <p:nvPr/>
          </p:nvCxnSpPr>
          <p:spPr>
            <a:xfrm>
              <a:off x="4285205" y="566090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19247C32-E7C0-4F49-BF53-3C9100F4E7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8260" y="5662814"/>
              <a:ext cx="544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D00E5654-E9E4-4866-A39C-982123E952AE}"/>
                </a:ext>
              </a:extLst>
            </p:cNvPr>
            <p:cNvCxnSpPr>
              <a:cxnSpLocks/>
            </p:cNvCxnSpPr>
            <p:nvPr/>
          </p:nvCxnSpPr>
          <p:spPr>
            <a:xfrm>
              <a:off x="3793220" y="5662814"/>
              <a:ext cx="556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859BD21B-F285-413B-88CC-251614C7929C}"/>
                </a:ext>
              </a:extLst>
            </p:cNvPr>
            <p:cNvCxnSpPr>
              <a:cxnSpLocks/>
            </p:cNvCxnSpPr>
            <p:nvPr/>
          </p:nvCxnSpPr>
          <p:spPr>
            <a:xfrm>
              <a:off x="4285205" y="552755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7D063640-2C3A-449E-A150-B8CBED6D9A07}"/>
                </a:ext>
              </a:extLst>
            </p:cNvPr>
            <p:cNvCxnSpPr>
              <a:cxnSpLocks/>
            </p:cNvCxnSpPr>
            <p:nvPr/>
          </p:nvCxnSpPr>
          <p:spPr>
            <a:xfrm>
              <a:off x="4040165" y="5514224"/>
              <a:ext cx="544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92426D3C-8FFE-4DE9-9BC9-9966F122D319}"/>
                </a:ext>
              </a:extLst>
            </p:cNvPr>
            <p:cNvCxnSpPr>
              <a:cxnSpLocks/>
            </p:cNvCxnSpPr>
            <p:nvPr/>
          </p:nvCxnSpPr>
          <p:spPr>
            <a:xfrm>
              <a:off x="3795125" y="5504699"/>
              <a:ext cx="556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A62D9860-34C1-4427-89BE-8BEEC2019582}"/>
                </a:ext>
              </a:extLst>
            </p:cNvPr>
            <p:cNvCxnSpPr>
              <a:cxnSpLocks/>
            </p:cNvCxnSpPr>
            <p:nvPr/>
          </p:nvCxnSpPr>
          <p:spPr>
            <a:xfrm>
              <a:off x="4529045" y="553898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C55959E3-0F16-4E2A-9C00-4F8C0D7ADEE8}"/>
                </a:ext>
              </a:extLst>
            </p:cNvPr>
            <p:cNvCxnSpPr>
              <a:cxnSpLocks/>
            </p:cNvCxnSpPr>
            <p:nvPr/>
          </p:nvCxnSpPr>
          <p:spPr>
            <a:xfrm>
              <a:off x="4770980" y="5552324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D09BE5F5-3EFD-4732-A14E-1FFA1737E760}"/>
                </a:ext>
              </a:extLst>
            </p:cNvPr>
            <p:cNvCxnSpPr>
              <a:cxnSpLocks/>
            </p:cNvCxnSpPr>
            <p:nvPr/>
          </p:nvCxnSpPr>
          <p:spPr>
            <a:xfrm>
              <a:off x="4280562" y="5471526"/>
              <a:ext cx="57868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A6AA5CBB-8924-4ABA-A1CD-76B3619A49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547" y="5463897"/>
              <a:ext cx="49144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AB167C1D-9E9A-4889-B6F0-8D3D2976B78D}"/>
                </a:ext>
              </a:extLst>
            </p:cNvPr>
            <p:cNvCxnSpPr>
              <a:cxnSpLocks/>
            </p:cNvCxnSpPr>
            <p:nvPr/>
          </p:nvCxnSpPr>
          <p:spPr>
            <a:xfrm>
              <a:off x="4528887" y="5471526"/>
              <a:ext cx="53383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C597DDBF-4FDF-422A-BCC7-3D7829216C33}"/>
                </a:ext>
              </a:extLst>
            </p:cNvPr>
            <p:cNvCxnSpPr>
              <a:cxnSpLocks/>
            </p:cNvCxnSpPr>
            <p:nvPr/>
          </p:nvCxnSpPr>
          <p:spPr>
            <a:xfrm>
              <a:off x="3788140" y="5481758"/>
              <a:ext cx="6221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500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1277484" y="1172003"/>
            <a:ext cx="0" cy="959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1277484" y="843436"/>
            <a:ext cx="2387707" cy="32856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1277484" y="5713536"/>
            <a:ext cx="1935215" cy="127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3664295" y="1847850"/>
            <a:ext cx="0" cy="184471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3078480" y="1965960"/>
            <a:ext cx="583885" cy="4183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3078480" y="3495040"/>
            <a:ext cx="585814" cy="19115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778521" y="3596299"/>
            <a:ext cx="498963" cy="14454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1277484" y="3686193"/>
            <a:ext cx="2386810" cy="535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D01EFC17-914F-4D80-AE4A-AD334D0EB75D}"/>
              </a:ext>
            </a:extLst>
          </p:cNvPr>
          <p:cNvGrpSpPr/>
          <p:nvPr/>
        </p:nvGrpSpPr>
        <p:grpSpPr>
          <a:xfrm>
            <a:off x="784017" y="1960636"/>
            <a:ext cx="2296277" cy="1636195"/>
            <a:chOff x="814497" y="1940317"/>
            <a:chExt cx="2296277" cy="15308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9F305-E98F-4C24-8536-D582FA243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1940317"/>
              <a:ext cx="2296277" cy="22222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94AD-285E-436E-95B4-CE08088C9194}"/>
                </a:ext>
              </a:extLst>
            </p:cNvPr>
            <p:cNvCxnSpPr>
              <a:cxnSpLocks/>
            </p:cNvCxnSpPr>
            <p:nvPr/>
          </p:nvCxnSpPr>
          <p:spPr>
            <a:xfrm>
              <a:off x="814497" y="2162538"/>
              <a:ext cx="0" cy="130863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CDE03E-53D6-46A8-A218-C865CDD8E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3376524"/>
              <a:ext cx="2296277" cy="9465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6D9EF5-B479-4B9F-AC5F-47FC2D1FD3EF}"/>
                </a:ext>
              </a:extLst>
            </p:cNvPr>
            <p:cNvCxnSpPr>
              <a:cxnSpLocks/>
            </p:cNvCxnSpPr>
            <p:nvPr/>
          </p:nvCxnSpPr>
          <p:spPr>
            <a:xfrm>
              <a:off x="3110774" y="1940317"/>
              <a:ext cx="0" cy="14362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339" y="2022629"/>
              <a:ext cx="2164594" cy="22221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880343" y="2244848"/>
              <a:ext cx="0" cy="112754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880343" y="3294220"/>
              <a:ext cx="2164590" cy="7817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3044932" y="2022628"/>
              <a:ext cx="0" cy="127159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225858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233775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971113" y="2018499"/>
              <a:ext cx="42386" cy="12715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891946" y="2041542"/>
              <a:ext cx="45719" cy="1259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2812775" y="2041540"/>
              <a:ext cx="45719" cy="12636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2733606" y="2059202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2496094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2416923" y="2085693"/>
              <a:ext cx="45719" cy="1230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2654435" y="2059201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2179411" y="2112186"/>
              <a:ext cx="45719" cy="1215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2575265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704389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2100241" y="2112185"/>
              <a:ext cx="42386" cy="1212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625218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2021070" y="2131612"/>
              <a:ext cx="45719" cy="1200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1546048" y="2172213"/>
              <a:ext cx="42386" cy="11764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941900" y="2131611"/>
              <a:ext cx="42386" cy="1207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1466876" y="2186360"/>
              <a:ext cx="45719" cy="1168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862730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1387707" y="2186360"/>
              <a:ext cx="47361" cy="11712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783559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912683" y="2244235"/>
              <a:ext cx="42386" cy="11275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1150194" y="2212852"/>
              <a:ext cx="45719" cy="11494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991854" y="2232279"/>
              <a:ext cx="44075" cy="11395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1229365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1071023" y="2223448"/>
              <a:ext cx="45719" cy="1138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1308536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1277484" y="3729418"/>
            <a:ext cx="0" cy="19939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825945" y="4155440"/>
            <a:ext cx="1246727" cy="1160660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3251835" y="1339217"/>
            <a:ext cx="2095500" cy="373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5347504" y="1574800"/>
            <a:ext cx="0" cy="444124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5341620" y="1339215"/>
            <a:ext cx="3439710" cy="3487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D1099D-D3B5-453C-BD1A-AD0186F501DF}"/>
              </a:ext>
            </a:extLst>
          </p:cNvPr>
          <p:cNvCxnSpPr>
            <a:cxnSpLocks/>
          </p:cNvCxnSpPr>
          <p:nvPr/>
        </p:nvCxnSpPr>
        <p:spPr>
          <a:xfrm>
            <a:off x="1277484" y="5378335"/>
            <a:ext cx="1935215" cy="1072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3664294" y="846631"/>
            <a:ext cx="3169322" cy="1768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31759" y="388447"/>
            <a:ext cx="4588081" cy="6342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8202761" y="3164246"/>
            <a:ext cx="0" cy="30079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59121FF-1B47-46BE-89CE-A09A876222F3}"/>
              </a:ext>
            </a:extLst>
          </p:cNvPr>
          <p:cNvCxnSpPr>
            <a:cxnSpLocks/>
          </p:cNvCxnSpPr>
          <p:nvPr/>
        </p:nvCxnSpPr>
        <p:spPr>
          <a:xfrm flipV="1">
            <a:off x="1280160" y="1335025"/>
            <a:ext cx="2389632" cy="2682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3669792" y="3686194"/>
            <a:ext cx="1675638" cy="342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11291104" y="111760"/>
            <a:ext cx="0" cy="626557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5BD2DD4-814D-4CD3-9844-AB00E4C958B4}"/>
              </a:ext>
            </a:extLst>
          </p:cNvPr>
          <p:cNvCxnSpPr>
            <a:cxnSpLocks/>
          </p:cNvCxnSpPr>
          <p:nvPr/>
        </p:nvCxnSpPr>
        <p:spPr>
          <a:xfrm>
            <a:off x="11209535" y="410685"/>
            <a:ext cx="1136213" cy="960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11273959" y="6244169"/>
            <a:ext cx="1193854" cy="16428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6833616" y="1022744"/>
            <a:ext cx="0" cy="4648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5349240" y="1455420"/>
            <a:ext cx="3432090" cy="35169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3248025" y="1455421"/>
            <a:ext cx="2103120" cy="3581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6830866" y="1804035"/>
            <a:ext cx="1953089" cy="2594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6E8E953-3F0A-4FD6-8234-46F4F4FD4AD7}"/>
              </a:ext>
            </a:extLst>
          </p:cNvPr>
          <p:cNvCxnSpPr>
            <a:cxnSpLocks/>
          </p:cNvCxnSpPr>
          <p:nvPr/>
        </p:nvCxnSpPr>
        <p:spPr>
          <a:xfrm>
            <a:off x="3251835" y="1815465"/>
            <a:ext cx="468666" cy="32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6826588" y="2066045"/>
            <a:ext cx="0" cy="10830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5516880" y="3139440"/>
            <a:ext cx="2686050" cy="266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5516880" y="3177540"/>
            <a:ext cx="2685881" cy="213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6826588" y="3692565"/>
            <a:ext cx="0" cy="173420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5516179" y="1608952"/>
            <a:ext cx="0" cy="44032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5178828" y="1616573"/>
            <a:ext cx="0" cy="21015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5521602" y="1974083"/>
            <a:ext cx="1304986" cy="9033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700A1E2-84D8-4A48-B35A-64E89217B41E}"/>
              </a:ext>
            </a:extLst>
          </p:cNvPr>
          <p:cNvCxnSpPr/>
          <p:nvPr/>
        </p:nvCxnSpPr>
        <p:spPr>
          <a:xfrm>
            <a:off x="8781330" y="1685118"/>
            <a:ext cx="0" cy="1215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5516880" y="3669030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5178828" y="1580703"/>
            <a:ext cx="169656" cy="358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5348484" y="1580415"/>
            <a:ext cx="168396" cy="324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3251835" y="1706880"/>
            <a:ext cx="0" cy="1136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3664294" y="843436"/>
            <a:ext cx="0" cy="7986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7644950" y="2306411"/>
            <a:ext cx="390185" cy="852079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7460318" y="2350810"/>
            <a:ext cx="0" cy="80768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6905201" y="2421255"/>
            <a:ext cx="0" cy="7278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6899186" y="2350770"/>
            <a:ext cx="565704" cy="7400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6965526" y="2484120"/>
            <a:ext cx="0" cy="6724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7392246" y="2441707"/>
            <a:ext cx="0" cy="7167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6965483" y="2442210"/>
            <a:ext cx="433537" cy="441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7007914" y="2484120"/>
            <a:ext cx="342072" cy="32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7349986" y="2516435"/>
            <a:ext cx="0" cy="6401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EEC889-FB98-4EFB-AE3D-0EB93F510C87}"/>
              </a:ext>
            </a:extLst>
          </p:cNvPr>
          <p:cNvGrpSpPr/>
          <p:nvPr/>
        </p:nvGrpSpPr>
        <p:grpSpPr>
          <a:xfrm>
            <a:off x="6993092" y="2616275"/>
            <a:ext cx="330732" cy="495369"/>
            <a:chOff x="7030573" y="2616275"/>
            <a:chExt cx="387780" cy="49536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423AC2A2-7877-4C76-BE8A-1B90F4BA73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616275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5A53DB9C-ECDC-425A-A585-6B0EF7FB7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770674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7CA6FD11-83FC-49A8-A3D3-23071CB92A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1597" y="2931795"/>
              <a:ext cx="381817" cy="278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43627FD-BC21-4BB7-BDE2-83A5C1A1CC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3846" y="3086837"/>
              <a:ext cx="381936" cy="248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5E6DF1F3-BEE5-4DC2-ADCF-7AD693496990}"/>
              </a:ext>
            </a:extLst>
          </p:cNvPr>
          <p:cNvGrpSpPr/>
          <p:nvPr/>
        </p:nvGrpSpPr>
        <p:grpSpPr>
          <a:xfrm>
            <a:off x="3212699" y="3687834"/>
            <a:ext cx="2135641" cy="2410487"/>
            <a:chOff x="8863452" y="3352940"/>
            <a:chExt cx="2135641" cy="2410487"/>
          </a:xfrm>
        </p:grpSpPr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7BAC1A72-CB31-4B95-B333-5ED0F537CA0B}"/>
                </a:ext>
              </a:extLst>
            </p:cNvPr>
            <p:cNvCxnSpPr>
              <a:cxnSpLocks/>
            </p:cNvCxnSpPr>
            <p:nvPr/>
          </p:nvCxnSpPr>
          <p:spPr>
            <a:xfrm>
              <a:off x="8874882" y="3461341"/>
              <a:ext cx="1890290" cy="2641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8CE46308-D303-4287-B0A0-5785768DE226}"/>
                </a:ext>
              </a:extLst>
            </p:cNvPr>
            <p:cNvCxnSpPr>
              <a:cxnSpLocks/>
            </p:cNvCxnSpPr>
            <p:nvPr/>
          </p:nvCxnSpPr>
          <p:spPr>
            <a:xfrm>
              <a:off x="8863452" y="5626217"/>
              <a:ext cx="1901720" cy="13721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C1DAD8F-F9F8-4ACA-AFD7-605FD3194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4882" y="3456157"/>
              <a:ext cx="0" cy="21709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4B575B8-4C9E-44F4-B08F-D16C78D44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4848" y="3491732"/>
              <a:ext cx="0" cy="22703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40C9D70-E420-4BE9-B50D-9033DA237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3452" y="3353452"/>
              <a:ext cx="478219" cy="11068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987FCF0-0FC4-4BA8-BFCB-0E4C2D931C07}"/>
                </a:ext>
              </a:extLst>
            </p:cNvPr>
            <p:cNvCxnSpPr>
              <a:cxnSpLocks/>
            </p:cNvCxnSpPr>
            <p:nvPr/>
          </p:nvCxnSpPr>
          <p:spPr>
            <a:xfrm>
              <a:off x="9333870" y="3352940"/>
              <a:ext cx="1658503" cy="303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FEBEA75B-384F-4F4F-962F-71DCF3B20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9093" y="3385941"/>
              <a:ext cx="0" cy="22959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BD4BA29-0A58-4D19-B63E-90653A612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024" y="5677287"/>
              <a:ext cx="248673" cy="7914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EA140A1-022A-4490-89FD-7C08331DB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6744" y="3389564"/>
              <a:ext cx="259953" cy="1021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92FA4C2-2A51-4CD5-B94B-97AF052E2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0879" y="3739516"/>
              <a:ext cx="3415" cy="1662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E6B7D22D-46A5-4FF9-B662-016F47F3C22D}"/>
                </a:ext>
              </a:extLst>
            </p:cNvPr>
            <p:cNvCxnSpPr>
              <a:cxnSpLocks/>
            </p:cNvCxnSpPr>
            <p:nvPr/>
          </p:nvCxnSpPr>
          <p:spPr>
            <a:xfrm>
              <a:off x="9130699" y="5395576"/>
              <a:ext cx="1343650" cy="662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C5FDD99D-1AC7-4B29-A072-394E94D35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4349" y="3739346"/>
              <a:ext cx="0" cy="172658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EEC4FBE-89A1-4C6A-A38D-DA894ECBC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879" y="3739516"/>
              <a:ext cx="1352500" cy="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3B951B5C-5381-49F0-ACCA-472476004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6370" y="3744141"/>
              <a:ext cx="0" cy="153629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93165115-0F74-4F57-ADDC-CF7F4A3F2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5089" y="5277644"/>
              <a:ext cx="207377" cy="11082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F70C611D-ED0E-4352-8C07-F9AF5552F20F}"/>
                </a:ext>
              </a:extLst>
            </p:cNvPr>
            <p:cNvCxnSpPr>
              <a:cxnSpLocks/>
            </p:cNvCxnSpPr>
            <p:nvPr/>
          </p:nvCxnSpPr>
          <p:spPr>
            <a:xfrm>
              <a:off x="9345481" y="5280194"/>
              <a:ext cx="1117438" cy="4689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8D19C19C-19C0-448D-B2BA-F3A8D84A23EC}"/>
              </a:ext>
            </a:extLst>
          </p:cNvPr>
          <p:cNvCxnSpPr>
            <a:cxnSpLocks/>
          </p:cNvCxnSpPr>
          <p:nvPr/>
        </p:nvCxnSpPr>
        <p:spPr>
          <a:xfrm>
            <a:off x="5514109" y="5597236"/>
            <a:ext cx="360218" cy="2039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7243D69F-240B-4EEF-934A-E55EECBF4D5E}"/>
              </a:ext>
            </a:extLst>
          </p:cNvPr>
          <p:cNvCxnSpPr>
            <a:cxnSpLocks/>
          </p:cNvCxnSpPr>
          <p:nvPr/>
        </p:nvCxnSpPr>
        <p:spPr>
          <a:xfrm>
            <a:off x="1253648" y="6099501"/>
            <a:ext cx="10381116" cy="6829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70D49DC4-F2B5-4783-BCB2-AC42310265EA}"/>
              </a:ext>
            </a:extLst>
          </p:cNvPr>
          <p:cNvCxnSpPr>
            <a:cxnSpLocks/>
          </p:cNvCxnSpPr>
          <p:nvPr/>
        </p:nvCxnSpPr>
        <p:spPr>
          <a:xfrm>
            <a:off x="3691631" y="5497624"/>
            <a:ext cx="1143259" cy="5735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C6DC9CC-24CA-4C69-9DF9-CF5C2BB2733E}"/>
              </a:ext>
            </a:extLst>
          </p:cNvPr>
          <p:cNvCxnSpPr>
            <a:cxnSpLocks/>
          </p:cNvCxnSpPr>
          <p:nvPr/>
        </p:nvCxnSpPr>
        <p:spPr>
          <a:xfrm flipV="1">
            <a:off x="5517203" y="5544062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5513505" y="5425911"/>
            <a:ext cx="1310287" cy="2435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08995128-5CC5-4E4F-900C-FAB43AA3A78A}"/>
              </a:ext>
            </a:extLst>
          </p:cNvPr>
          <p:cNvCxnSpPr>
            <a:cxnSpLocks/>
          </p:cNvCxnSpPr>
          <p:nvPr/>
        </p:nvCxnSpPr>
        <p:spPr>
          <a:xfrm flipV="1">
            <a:off x="3695057" y="5465902"/>
            <a:ext cx="1125194" cy="2091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6830831" y="5425911"/>
            <a:ext cx="1374327" cy="1045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7A273EEA-618E-4E8F-AF4F-89FD0AEB1D96}"/>
              </a:ext>
            </a:extLst>
          </p:cNvPr>
          <p:cNvGrpSpPr/>
          <p:nvPr/>
        </p:nvGrpSpPr>
        <p:grpSpPr>
          <a:xfrm>
            <a:off x="3666379" y="1633703"/>
            <a:ext cx="1516463" cy="1973990"/>
            <a:chOff x="3662365" y="1624555"/>
            <a:chExt cx="1516463" cy="1973990"/>
          </a:xfrm>
        </p:grpSpPr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EB51C09D-C8D7-411E-A410-A9C3C29FB874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F267B448-BAF8-46B1-B659-97FF12EE9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F25D6312-8284-43FB-92AE-E99B268F6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C1BB06CC-50E6-4111-9474-E07F12242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Straight Connector 600">
                <a:extLst>
                  <a:ext uri="{FF2B5EF4-FFF2-40B4-BE49-F238E27FC236}">
                    <a16:creationId xmlns:a16="http://schemas.microsoft.com/office/drawing/2014/main" id="{4F047A54-2476-439B-902D-C768CC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Straight Connector 601">
                <a:extLst>
                  <a:ext uri="{FF2B5EF4-FFF2-40B4-BE49-F238E27FC236}">
                    <a16:creationId xmlns:a16="http://schemas.microsoft.com/office/drawing/2014/main" id="{7FFD36F8-0915-4653-82E2-87B354734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6" name="Group 605">
              <a:extLst>
                <a:ext uri="{FF2B5EF4-FFF2-40B4-BE49-F238E27FC236}">
                  <a16:creationId xmlns:a16="http://schemas.microsoft.com/office/drawing/2014/main" id="{F3D2D3A5-5CF4-4956-8A67-06A450B2B8F9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A8421CD7-C76A-46D5-9515-FAC0EA3F9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58C02F1E-41BC-4F98-A555-3BD5942FBF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4401788A-DF0D-4EA8-AFB0-037BEEBC6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C62A68E4-09C8-4A08-98DE-770330E90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18154CBB-7240-441F-A13A-B1C7CD2800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EAD85C99-C2CB-4A4F-8E61-0B17638FDE99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4B2E40E0-82F8-425B-A071-17D34839B7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4C5481AD-9FC3-44F6-A134-1273ABC8B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C54E5974-685B-4E1D-93FE-3B8643C7D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C24FBB77-4713-4940-B999-5A0AF53E3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E5E5B668-B567-4BCF-84FE-128D50415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8FA28A08-D53C-4304-BDA9-98D38046E097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0D0D43CC-6EBF-47D4-B155-555DFED7A4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Straight Connector 619">
                <a:extLst>
                  <a:ext uri="{FF2B5EF4-FFF2-40B4-BE49-F238E27FC236}">
                    <a16:creationId xmlns:a16="http://schemas.microsoft.com/office/drawing/2014/main" id="{ACA267C4-0C87-41BA-812B-ED34006DF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D0A95007-8B8E-4538-B21B-F1B7EFE3A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621">
                <a:extLst>
                  <a:ext uri="{FF2B5EF4-FFF2-40B4-BE49-F238E27FC236}">
                    <a16:creationId xmlns:a16="http://schemas.microsoft.com/office/drawing/2014/main" id="{6B6A971E-5B7D-4868-BBCA-6B7D1389FD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622">
                <a:extLst>
                  <a:ext uri="{FF2B5EF4-FFF2-40B4-BE49-F238E27FC236}">
                    <a16:creationId xmlns:a16="http://schemas.microsoft.com/office/drawing/2014/main" id="{F7E31502-0640-4B01-877C-79886DB146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609ABE6D-6815-433D-8C77-FDF2D2190568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625" name="Straight Connector 624">
                <a:extLst>
                  <a:ext uri="{FF2B5EF4-FFF2-40B4-BE49-F238E27FC236}">
                    <a16:creationId xmlns:a16="http://schemas.microsoft.com/office/drawing/2014/main" id="{D211B511-9BE2-4D7C-BECC-F9D617040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Straight Connector 625">
                <a:extLst>
                  <a:ext uri="{FF2B5EF4-FFF2-40B4-BE49-F238E27FC236}">
                    <a16:creationId xmlns:a16="http://schemas.microsoft.com/office/drawing/2014/main" id="{3760CCD7-7FCB-41AB-88A2-D94B1C414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978E176E-4885-43F2-B666-39BFBED8DF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4D7E0B33-CFC6-4295-B87B-752345DFA1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Connector 628">
                <a:extLst>
                  <a:ext uri="{FF2B5EF4-FFF2-40B4-BE49-F238E27FC236}">
                    <a16:creationId xmlns:a16="http://schemas.microsoft.com/office/drawing/2014/main" id="{49965B13-9F86-4B80-A42B-A1BF889C4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F166F114-3100-4CE2-9C45-4B171A75B6CE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631" name="Straight Connector 630">
                <a:extLst>
                  <a:ext uri="{FF2B5EF4-FFF2-40B4-BE49-F238E27FC236}">
                    <a16:creationId xmlns:a16="http://schemas.microsoft.com/office/drawing/2014/main" id="{12071708-0222-467A-B0C9-F7BAF5B8C4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470AF1F2-23B8-4A9B-8BF7-67F0CB95C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D5246754-2066-4759-86EF-DC280CF489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D576284F-AFDE-44DF-9335-F7A7EA20D0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7F171421-99D1-4E85-98FD-6E4FAF2A8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8F59B638-D573-4C94-A29D-3E51082C318A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92F98A3-646B-4463-A175-E136E47CF05A}"/>
              </a:ext>
            </a:extLst>
          </p:cNvPr>
          <p:cNvCxnSpPr>
            <a:cxnSpLocks/>
          </p:cNvCxnSpPr>
          <p:nvPr/>
        </p:nvCxnSpPr>
        <p:spPr>
          <a:xfrm>
            <a:off x="3909060" y="1860359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97A1EEF-43A1-4E2D-AA1C-758FEA595F7F}"/>
              </a:ext>
            </a:extLst>
          </p:cNvPr>
          <p:cNvCxnSpPr>
            <a:cxnSpLocks/>
          </p:cNvCxnSpPr>
          <p:nvPr/>
        </p:nvCxnSpPr>
        <p:spPr>
          <a:xfrm>
            <a:off x="4151771" y="187763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641BC73F-5A04-499A-9DD4-542B522F5B2B}"/>
              </a:ext>
            </a:extLst>
          </p:cNvPr>
          <p:cNvCxnSpPr>
            <a:cxnSpLocks/>
          </p:cNvCxnSpPr>
          <p:nvPr/>
        </p:nvCxnSpPr>
        <p:spPr>
          <a:xfrm>
            <a:off x="4400595" y="1894585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06D55DD-5D18-420E-9089-714B488DA789}"/>
              </a:ext>
            </a:extLst>
          </p:cNvPr>
          <p:cNvCxnSpPr>
            <a:cxnSpLocks/>
          </p:cNvCxnSpPr>
          <p:nvPr/>
        </p:nvCxnSpPr>
        <p:spPr>
          <a:xfrm>
            <a:off x="4645635" y="191338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03412A8-A5B6-4CA2-90EF-95A39EA87972}"/>
              </a:ext>
            </a:extLst>
          </p:cNvPr>
          <p:cNvCxnSpPr>
            <a:cxnSpLocks/>
          </p:cNvCxnSpPr>
          <p:nvPr/>
        </p:nvCxnSpPr>
        <p:spPr>
          <a:xfrm>
            <a:off x="4890675" y="1928233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A164CFB-78FF-4E33-B34B-15AF2D030B84}"/>
              </a:ext>
            </a:extLst>
          </p:cNvPr>
          <p:cNvCxnSpPr>
            <a:cxnSpLocks/>
          </p:cNvCxnSpPr>
          <p:nvPr/>
        </p:nvCxnSpPr>
        <p:spPr>
          <a:xfrm>
            <a:off x="5135713" y="1947346"/>
            <a:ext cx="4311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26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1277484" y="1172003"/>
            <a:ext cx="0" cy="959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1277484" y="843436"/>
            <a:ext cx="2387707" cy="32856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1277484" y="5713536"/>
            <a:ext cx="1935215" cy="127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3664295" y="1847850"/>
            <a:ext cx="0" cy="184471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3078480" y="1965960"/>
            <a:ext cx="583885" cy="4183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3078480" y="3495040"/>
            <a:ext cx="585814" cy="19115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778521" y="3596299"/>
            <a:ext cx="498963" cy="14454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1277484" y="3686193"/>
            <a:ext cx="2386810" cy="535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D01EFC17-914F-4D80-AE4A-AD334D0EB75D}"/>
              </a:ext>
            </a:extLst>
          </p:cNvPr>
          <p:cNvGrpSpPr/>
          <p:nvPr/>
        </p:nvGrpSpPr>
        <p:grpSpPr>
          <a:xfrm>
            <a:off x="784017" y="1960636"/>
            <a:ext cx="2296277" cy="1636195"/>
            <a:chOff x="814497" y="1940317"/>
            <a:chExt cx="2296277" cy="15308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9F305-E98F-4C24-8536-D582FA243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1940317"/>
              <a:ext cx="2296277" cy="22222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94AD-285E-436E-95B4-CE08088C9194}"/>
                </a:ext>
              </a:extLst>
            </p:cNvPr>
            <p:cNvCxnSpPr>
              <a:cxnSpLocks/>
            </p:cNvCxnSpPr>
            <p:nvPr/>
          </p:nvCxnSpPr>
          <p:spPr>
            <a:xfrm>
              <a:off x="814497" y="2162538"/>
              <a:ext cx="0" cy="130863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CDE03E-53D6-46A8-A218-C865CDD8E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3376524"/>
              <a:ext cx="2296277" cy="9465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6D9EF5-B479-4B9F-AC5F-47FC2D1FD3EF}"/>
                </a:ext>
              </a:extLst>
            </p:cNvPr>
            <p:cNvCxnSpPr>
              <a:cxnSpLocks/>
            </p:cNvCxnSpPr>
            <p:nvPr/>
          </p:nvCxnSpPr>
          <p:spPr>
            <a:xfrm>
              <a:off x="3110774" y="1940317"/>
              <a:ext cx="0" cy="14362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339" y="2022629"/>
              <a:ext cx="2164594" cy="22221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880343" y="2244848"/>
              <a:ext cx="0" cy="112754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880343" y="3294220"/>
              <a:ext cx="2164590" cy="7817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3044932" y="2022628"/>
              <a:ext cx="0" cy="127159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225858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233775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971113" y="2018499"/>
              <a:ext cx="42386" cy="12715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891946" y="2041542"/>
              <a:ext cx="45719" cy="1259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2812775" y="2041540"/>
              <a:ext cx="45719" cy="12636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2733606" y="2059202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2496094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2416923" y="2085693"/>
              <a:ext cx="45719" cy="1230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2654435" y="2059201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2179411" y="2112186"/>
              <a:ext cx="45719" cy="1215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2575265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704389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2100241" y="2112185"/>
              <a:ext cx="42386" cy="1212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625218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2021070" y="2131612"/>
              <a:ext cx="45719" cy="1200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1546048" y="2172213"/>
              <a:ext cx="42386" cy="11764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941900" y="2131611"/>
              <a:ext cx="42386" cy="1207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1466876" y="2186360"/>
              <a:ext cx="45719" cy="1168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862730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1387707" y="2186360"/>
              <a:ext cx="47361" cy="11712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783559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912683" y="2244235"/>
              <a:ext cx="42386" cy="11275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1150194" y="2212852"/>
              <a:ext cx="45719" cy="11494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991854" y="2232279"/>
              <a:ext cx="44075" cy="11395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1229365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1071023" y="2223448"/>
              <a:ext cx="45719" cy="1138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1308536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1277484" y="3729418"/>
            <a:ext cx="0" cy="19939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825945" y="4155440"/>
            <a:ext cx="1246727" cy="1160660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3251835" y="1339217"/>
            <a:ext cx="2095500" cy="373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5347504" y="1574800"/>
            <a:ext cx="0" cy="444124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5341620" y="1339215"/>
            <a:ext cx="3439710" cy="3487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D1099D-D3B5-453C-BD1A-AD0186F501DF}"/>
              </a:ext>
            </a:extLst>
          </p:cNvPr>
          <p:cNvCxnSpPr>
            <a:cxnSpLocks/>
          </p:cNvCxnSpPr>
          <p:nvPr/>
        </p:nvCxnSpPr>
        <p:spPr>
          <a:xfrm>
            <a:off x="1277484" y="5378335"/>
            <a:ext cx="1935215" cy="1072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3664294" y="846631"/>
            <a:ext cx="3169322" cy="1768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31759" y="388447"/>
            <a:ext cx="4588081" cy="6342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8202761" y="3164246"/>
            <a:ext cx="0" cy="30079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59121FF-1B47-46BE-89CE-A09A876222F3}"/>
              </a:ext>
            </a:extLst>
          </p:cNvPr>
          <p:cNvCxnSpPr>
            <a:cxnSpLocks/>
          </p:cNvCxnSpPr>
          <p:nvPr/>
        </p:nvCxnSpPr>
        <p:spPr>
          <a:xfrm flipV="1">
            <a:off x="1280160" y="1335025"/>
            <a:ext cx="2389632" cy="2682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3669792" y="3686194"/>
            <a:ext cx="1675638" cy="342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11291104" y="111760"/>
            <a:ext cx="0" cy="626557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5BD2DD4-814D-4CD3-9844-AB00E4C958B4}"/>
              </a:ext>
            </a:extLst>
          </p:cNvPr>
          <p:cNvCxnSpPr>
            <a:cxnSpLocks/>
          </p:cNvCxnSpPr>
          <p:nvPr/>
        </p:nvCxnSpPr>
        <p:spPr>
          <a:xfrm>
            <a:off x="11209535" y="410685"/>
            <a:ext cx="1136213" cy="960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11273959" y="6244169"/>
            <a:ext cx="1193854" cy="16428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6833616" y="1022744"/>
            <a:ext cx="0" cy="4648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5349240" y="1455420"/>
            <a:ext cx="3432090" cy="35169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3248025" y="1455421"/>
            <a:ext cx="2103120" cy="3581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6830866" y="1804035"/>
            <a:ext cx="1953089" cy="2594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6E8E953-3F0A-4FD6-8234-46F4F4FD4AD7}"/>
              </a:ext>
            </a:extLst>
          </p:cNvPr>
          <p:cNvCxnSpPr>
            <a:cxnSpLocks/>
          </p:cNvCxnSpPr>
          <p:nvPr/>
        </p:nvCxnSpPr>
        <p:spPr>
          <a:xfrm>
            <a:off x="3251835" y="1815465"/>
            <a:ext cx="468666" cy="32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6826588" y="2066045"/>
            <a:ext cx="0" cy="10830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5516880" y="3139440"/>
            <a:ext cx="2686050" cy="266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5516880" y="3177540"/>
            <a:ext cx="2685881" cy="213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6826588" y="3692565"/>
            <a:ext cx="0" cy="173420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5516179" y="1608952"/>
            <a:ext cx="0" cy="44032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5178828" y="1616573"/>
            <a:ext cx="0" cy="21015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5521602" y="1974083"/>
            <a:ext cx="1304986" cy="9033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700A1E2-84D8-4A48-B35A-64E89217B41E}"/>
              </a:ext>
            </a:extLst>
          </p:cNvPr>
          <p:cNvCxnSpPr/>
          <p:nvPr/>
        </p:nvCxnSpPr>
        <p:spPr>
          <a:xfrm>
            <a:off x="8781330" y="1685118"/>
            <a:ext cx="0" cy="1215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5516880" y="3669030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5178828" y="1580703"/>
            <a:ext cx="169656" cy="358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5348484" y="1580415"/>
            <a:ext cx="168396" cy="324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3251835" y="1706880"/>
            <a:ext cx="0" cy="1136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3664294" y="843436"/>
            <a:ext cx="0" cy="7986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7644950" y="2306411"/>
            <a:ext cx="390185" cy="852079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7460318" y="2350810"/>
            <a:ext cx="0" cy="80768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6905201" y="2421255"/>
            <a:ext cx="0" cy="7278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6899186" y="2350770"/>
            <a:ext cx="565704" cy="7400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6965526" y="2484120"/>
            <a:ext cx="0" cy="6724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7392246" y="2441707"/>
            <a:ext cx="0" cy="7167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6965483" y="2442210"/>
            <a:ext cx="433537" cy="441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7007914" y="2484120"/>
            <a:ext cx="342072" cy="32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7349986" y="2516435"/>
            <a:ext cx="0" cy="6401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EEC889-FB98-4EFB-AE3D-0EB93F510C87}"/>
              </a:ext>
            </a:extLst>
          </p:cNvPr>
          <p:cNvGrpSpPr/>
          <p:nvPr/>
        </p:nvGrpSpPr>
        <p:grpSpPr>
          <a:xfrm>
            <a:off x="6993092" y="2616275"/>
            <a:ext cx="330732" cy="495369"/>
            <a:chOff x="7030573" y="2616275"/>
            <a:chExt cx="387780" cy="49536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423AC2A2-7877-4C76-BE8A-1B90F4BA73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616275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5A53DB9C-ECDC-425A-A585-6B0EF7FB7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770674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7CA6FD11-83FC-49A8-A3D3-23071CB92A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1597" y="2931795"/>
              <a:ext cx="381817" cy="278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43627FD-BC21-4BB7-BDE2-83A5C1A1CC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3846" y="3086837"/>
              <a:ext cx="381936" cy="248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5E6DF1F3-BEE5-4DC2-ADCF-7AD693496990}"/>
              </a:ext>
            </a:extLst>
          </p:cNvPr>
          <p:cNvGrpSpPr/>
          <p:nvPr/>
        </p:nvGrpSpPr>
        <p:grpSpPr>
          <a:xfrm>
            <a:off x="3212699" y="3687834"/>
            <a:ext cx="2135641" cy="2410487"/>
            <a:chOff x="8863452" y="3352940"/>
            <a:chExt cx="2135641" cy="2410487"/>
          </a:xfrm>
        </p:grpSpPr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7BAC1A72-CB31-4B95-B333-5ED0F537CA0B}"/>
                </a:ext>
              </a:extLst>
            </p:cNvPr>
            <p:cNvCxnSpPr>
              <a:cxnSpLocks/>
            </p:cNvCxnSpPr>
            <p:nvPr/>
          </p:nvCxnSpPr>
          <p:spPr>
            <a:xfrm>
              <a:off x="8874882" y="3461341"/>
              <a:ext cx="1890290" cy="2641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8CE46308-D303-4287-B0A0-5785768DE226}"/>
                </a:ext>
              </a:extLst>
            </p:cNvPr>
            <p:cNvCxnSpPr>
              <a:cxnSpLocks/>
            </p:cNvCxnSpPr>
            <p:nvPr/>
          </p:nvCxnSpPr>
          <p:spPr>
            <a:xfrm>
              <a:off x="8863452" y="5626217"/>
              <a:ext cx="1901720" cy="13721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C1DAD8F-F9F8-4ACA-AFD7-605FD3194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4882" y="3456157"/>
              <a:ext cx="0" cy="21709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4B575B8-4C9E-44F4-B08F-D16C78D44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4848" y="3491732"/>
              <a:ext cx="0" cy="22703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40C9D70-E420-4BE9-B50D-9033DA237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3452" y="3353452"/>
              <a:ext cx="478219" cy="11068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987FCF0-0FC4-4BA8-BFCB-0E4C2D931C07}"/>
                </a:ext>
              </a:extLst>
            </p:cNvPr>
            <p:cNvCxnSpPr>
              <a:cxnSpLocks/>
            </p:cNvCxnSpPr>
            <p:nvPr/>
          </p:nvCxnSpPr>
          <p:spPr>
            <a:xfrm>
              <a:off x="9333870" y="3352940"/>
              <a:ext cx="1658503" cy="303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FEBEA75B-384F-4F4F-962F-71DCF3B20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9093" y="3385941"/>
              <a:ext cx="0" cy="22959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BD4BA29-0A58-4D19-B63E-90653A612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024" y="5677287"/>
              <a:ext cx="248673" cy="7914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EA140A1-022A-4490-89FD-7C08331DB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6744" y="3389564"/>
              <a:ext cx="259953" cy="1021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92FA4C2-2A51-4CD5-B94B-97AF052E2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0879" y="3739516"/>
              <a:ext cx="3415" cy="1662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E6B7D22D-46A5-4FF9-B662-016F47F3C22D}"/>
                </a:ext>
              </a:extLst>
            </p:cNvPr>
            <p:cNvCxnSpPr>
              <a:cxnSpLocks/>
            </p:cNvCxnSpPr>
            <p:nvPr/>
          </p:nvCxnSpPr>
          <p:spPr>
            <a:xfrm>
              <a:off x="9130699" y="5395576"/>
              <a:ext cx="1343650" cy="662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C5FDD99D-1AC7-4B29-A072-394E94D35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4349" y="3739346"/>
              <a:ext cx="0" cy="172658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EEC4FBE-89A1-4C6A-A38D-DA894ECBC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879" y="3739516"/>
              <a:ext cx="1352500" cy="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3B951B5C-5381-49F0-ACCA-472476004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6370" y="3744141"/>
              <a:ext cx="0" cy="153629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93165115-0F74-4F57-ADDC-CF7F4A3F2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5089" y="5277644"/>
              <a:ext cx="207377" cy="11082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F70C611D-ED0E-4352-8C07-F9AF5552F20F}"/>
                </a:ext>
              </a:extLst>
            </p:cNvPr>
            <p:cNvCxnSpPr>
              <a:cxnSpLocks/>
            </p:cNvCxnSpPr>
            <p:nvPr/>
          </p:nvCxnSpPr>
          <p:spPr>
            <a:xfrm>
              <a:off x="9345481" y="5280194"/>
              <a:ext cx="1117438" cy="4689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8D19C19C-19C0-448D-B2BA-F3A8D84A23EC}"/>
              </a:ext>
            </a:extLst>
          </p:cNvPr>
          <p:cNvCxnSpPr>
            <a:cxnSpLocks/>
          </p:cNvCxnSpPr>
          <p:nvPr/>
        </p:nvCxnSpPr>
        <p:spPr>
          <a:xfrm>
            <a:off x="5514109" y="5597236"/>
            <a:ext cx="360218" cy="2039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7243D69F-240B-4EEF-934A-E55EECBF4D5E}"/>
              </a:ext>
            </a:extLst>
          </p:cNvPr>
          <p:cNvCxnSpPr>
            <a:cxnSpLocks/>
          </p:cNvCxnSpPr>
          <p:nvPr/>
        </p:nvCxnSpPr>
        <p:spPr>
          <a:xfrm>
            <a:off x="1253648" y="6099501"/>
            <a:ext cx="10381116" cy="6829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70D49DC4-F2B5-4783-BCB2-AC42310265EA}"/>
              </a:ext>
            </a:extLst>
          </p:cNvPr>
          <p:cNvCxnSpPr>
            <a:cxnSpLocks/>
          </p:cNvCxnSpPr>
          <p:nvPr/>
        </p:nvCxnSpPr>
        <p:spPr>
          <a:xfrm>
            <a:off x="3691631" y="5497624"/>
            <a:ext cx="1143259" cy="5735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C6DC9CC-24CA-4C69-9DF9-CF5C2BB2733E}"/>
              </a:ext>
            </a:extLst>
          </p:cNvPr>
          <p:cNvCxnSpPr>
            <a:cxnSpLocks/>
          </p:cNvCxnSpPr>
          <p:nvPr/>
        </p:nvCxnSpPr>
        <p:spPr>
          <a:xfrm flipV="1">
            <a:off x="5517203" y="5544062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5513505" y="5425911"/>
            <a:ext cx="1310287" cy="2435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08995128-5CC5-4E4F-900C-FAB43AA3A78A}"/>
              </a:ext>
            </a:extLst>
          </p:cNvPr>
          <p:cNvCxnSpPr>
            <a:cxnSpLocks/>
          </p:cNvCxnSpPr>
          <p:nvPr/>
        </p:nvCxnSpPr>
        <p:spPr>
          <a:xfrm flipV="1">
            <a:off x="3695057" y="5465902"/>
            <a:ext cx="1125194" cy="2091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6830831" y="5425911"/>
            <a:ext cx="1374327" cy="1045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7A273EEA-618E-4E8F-AF4F-89FD0AEB1D96}"/>
              </a:ext>
            </a:extLst>
          </p:cNvPr>
          <p:cNvGrpSpPr/>
          <p:nvPr/>
        </p:nvGrpSpPr>
        <p:grpSpPr>
          <a:xfrm>
            <a:off x="3666379" y="1633703"/>
            <a:ext cx="1516463" cy="1973990"/>
            <a:chOff x="3662365" y="1624555"/>
            <a:chExt cx="1516463" cy="1973990"/>
          </a:xfrm>
        </p:grpSpPr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EB51C09D-C8D7-411E-A410-A9C3C29FB874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F267B448-BAF8-46B1-B659-97FF12EE9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F25D6312-8284-43FB-92AE-E99B268F6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C1BB06CC-50E6-4111-9474-E07F12242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Straight Connector 600">
                <a:extLst>
                  <a:ext uri="{FF2B5EF4-FFF2-40B4-BE49-F238E27FC236}">
                    <a16:creationId xmlns:a16="http://schemas.microsoft.com/office/drawing/2014/main" id="{4F047A54-2476-439B-902D-C768CC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Straight Connector 601">
                <a:extLst>
                  <a:ext uri="{FF2B5EF4-FFF2-40B4-BE49-F238E27FC236}">
                    <a16:creationId xmlns:a16="http://schemas.microsoft.com/office/drawing/2014/main" id="{7FFD36F8-0915-4653-82E2-87B354734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6" name="Group 605">
              <a:extLst>
                <a:ext uri="{FF2B5EF4-FFF2-40B4-BE49-F238E27FC236}">
                  <a16:creationId xmlns:a16="http://schemas.microsoft.com/office/drawing/2014/main" id="{F3D2D3A5-5CF4-4956-8A67-06A450B2B8F9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A8421CD7-C76A-46D5-9515-FAC0EA3F9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58C02F1E-41BC-4F98-A555-3BD5942FBF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4401788A-DF0D-4EA8-AFB0-037BEEBC6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C62A68E4-09C8-4A08-98DE-770330E90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18154CBB-7240-441F-A13A-B1C7CD2800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EAD85C99-C2CB-4A4F-8E61-0B17638FDE99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4B2E40E0-82F8-425B-A071-17D34839B7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4C5481AD-9FC3-44F6-A134-1273ABC8B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C54E5974-685B-4E1D-93FE-3B8643C7D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C24FBB77-4713-4940-B999-5A0AF53E3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E5E5B668-B567-4BCF-84FE-128D50415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8FA28A08-D53C-4304-BDA9-98D38046E097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0D0D43CC-6EBF-47D4-B155-555DFED7A4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Straight Connector 619">
                <a:extLst>
                  <a:ext uri="{FF2B5EF4-FFF2-40B4-BE49-F238E27FC236}">
                    <a16:creationId xmlns:a16="http://schemas.microsoft.com/office/drawing/2014/main" id="{ACA267C4-0C87-41BA-812B-ED34006DF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D0A95007-8B8E-4538-B21B-F1B7EFE3A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621">
                <a:extLst>
                  <a:ext uri="{FF2B5EF4-FFF2-40B4-BE49-F238E27FC236}">
                    <a16:creationId xmlns:a16="http://schemas.microsoft.com/office/drawing/2014/main" id="{6B6A971E-5B7D-4868-BBCA-6B7D1389FD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622">
                <a:extLst>
                  <a:ext uri="{FF2B5EF4-FFF2-40B4-BE49-F238E27FC236}">
                    <a16:creationId xmlns:a16="http://schemas.microsoft.com/office/drawing/2014/main" id="{F7E31502-0640-4B01-877C-79886DB146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609ABE6D-6815-433D-8C77-FDF2D2190568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625" name="Straight Connector 624">
                <a:extLst>
                  <a:ext uri="{FF2B5EF4-FFF2-40B4-BE49-F238E27FC236}">
                    <a16:creationId xmlns:a16="http://schemas.microsoft.com/office/drawing/2014/main" id="{D211B511-9BE2-4D7C-BECC-F9D617040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Straight Connector 625">
                <a:extLst>
                  <a:ext uri="{FF2B5EF4-FFF2-40B4-BE49-F238E27FC236}">
                    <a16:creationId xmlns:a16="http://schemas.microsoft.com/office/drawing/2014/main" id="{3760CCD7-7FCB-41AB-88A2-D94B1C414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978E176E-4885-43F2-B666-39BFBED8DF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4D7E0B33-CFC6-4295-B87B-752345DFA1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Connector 628">
                <a:extLst>
                  <a:ext uri="{FF2B5EF4-FFF2-40B4-BE49-F238E27FC236}">
                    <a16:creationId xmlns:a16="http://schemas.microsoft.com/office/drawing/2014/main" id="{49965B13-9F86-4B80-A42B-A1BF889C4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F166F114-3100-4CE2-9C45-4B171A75B6CE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631" name="Straight Connector 630">
                <a:extLst>
                  <a:ext uri="{FF2B5EF4-FFF2-40B4-BE49-F238E27FC236}">
                    <a16:creationId xmlns:a16="http://schemas.microsoft.com/office/drawing/2014/main" id="{12071708-0222-467A-B0C9-F7BAF5B8C4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470AF1F2-23B8-4A9B-8BF7-67F0CB95C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D5246754-2066-4759-86EF-DC280CF489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D576284F-AFDE-44DF-9335-F7A7EA20D0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7F171421-99D1-4E85-98FD-6E4FAF2A8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8F59B638-D573-4C94-A29D-3E51082C318A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92F98A3-646B-4463-A175-E136E47CF05A}"/>
              </a:ext>
            </a:extLst>
          </p:cNvPr>
          <p:cNvCxnSpPr>
            <a:cxnSpLocks/>
          </p:cNvCxnSpPr>
          <p:nvPr/>
        </p:nvCxnSpPr>
        <p:spPr>
          <a:xfrm>
            <a:off x="3909060" y="1860359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97A1EEF-43A1-4E2D-AA1C-758FEA595F7F}"/>
              </a:ext>
            </a:extLst>
          </p:cNvPr>
          <p:cNvCxnSpPr>
            <a:cxnSpLocks/>
          </p:cNvCxnSpPr>
          <p:nvPr/>
        </p:nvCxnSpPr>
        <p:spPr>
          <a:xfrm>
            <a:off x="4151771" y="187763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641BC73F-5A04-499A-9DD4-542B522F5B2B}"/>
              </a:ext>
            </a:extLst>
          </p:cNvPr>
          <p:cNvCxnSpPr>
            <a:cxnSpLocks/>
          </p:cNvCxnSpPr>
          <p:nvPr/>
        </p:nvCxnSpPr>
        <p:spPr>
          <a:xfrm>
            <a:off x="4400595" y="1894585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06D55DD-5D18-420E-9089-714B488DA789}"/>
              </a:ext>
            </a:extLst>
          </p:cNvPr>
          <p:cNvCxnSpPr>
            <a:cxnSpLocks/>
          </p:cNvCxnSpPr>
          <p:nvPr/>
        </p:nvCxnSpPr>
        <p:spPr>
          <a:xfrm>
            <a:off x="4645635" y="191338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03412A8-A5B6-4CA2-90EF-95A39EA87972}"/>
              </a:ext>
            </a:extLst>
          </p:cNvPr>
          <p:cNvCxnSpPr>
            <a:cxnSpLocks/>
          </p:cNvCxnSpPr>
          <p:nvPr/>
        </p:nvCxnSpPr>
        <p:spPr>
          <a:xfrm>
            <a:off x="4890675" y="1928233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A164CFB-78FF-4E33-B34B-15AF2D030B84}"/>
              </a:ext>
            </a:extLst>
          </p:cNvPr>
          <p:cNvCxnSpPr>
            <a:cxnSpLocks/>
          </p:cNvCxnSpPr>
          <p:nvPr/>
        </p:nvCxnSpPr>
        <p:spPr>
          <a:xfrm>
            <a:off x="5135713" y="1947346"/>
            <a:ext cx="4311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A82DB5-7459-4F5D-A7CB-8B80A933DF03}"/>
              </a:ext>
            </a:extLst>
          </p:cNvPr>
          <p:cNvCxnSpPr/>
          <p:nvPr/>
        </p:nvCxnSpPr>
        <p:spPr>
          <a:xfrm>
            <a:off x="3586480" y="4195930"/>
            <a:ext cx="1238851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9F586D1F-7708-4ABE-A350-EE0B66E7DF4E}"/>
              </a:ext>
            </a:extLst>
          </p:cNvPr>
          <p:cNvCxnSpPr/>
          <p:nvPr/>
        </p:nvCxnSpPr>
        <p:spPr>
          <a:xfrm>
            <a:off x="3586480" y="4415539"/>
            <a:ext cx="1238851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0BC1624D-7919-4699-867B-8ABA349393AB}"/>
              </a:ext>
            </a:extLst>
          </p:cNvPr>
          <p:cNvCxnSpPr>
            <a:cxnSpLocks/>
          </p:cNvCxnSpPr>
          <p:nvPr/>
        </p:nvCxnSpPr>
        <p:spPr>
          <a:xfrm>
            <a:off x="3586480" y="4635148"/>
            <a:ext cx="1233771" cy="2224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9FF66297-4410-465E-997D-20152B09501B}"/>
              </a:ext>
            </a:extLst>
          </p:cNvPr>
          <p:cNvCxnSpPr>
            <a:cxnSpLocks/>
          </p:cNvCxnSpPr>
          <p:nvPr/>
        </p:nvCxnSpPr>
        <p:spPr>
          <a:xfrm flipV="1">
            <a:off x="3586480" y="4853940"/>
            <a:ext cx="1234440" cy="81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C302C79D-E71B-4DFC-A833-546E15E8D71F}"/>
              </a:ext>
            </a:extLst>
          </p:cNvPr>
          <p:cNvCxnSpPr>
            <a:cxnSpLocks/>
          </p:cNvCxnSpPr>
          <p:nvPr/>
        </p:nvCxnSpPr>
        <p:spPr>
          <a:xfrm>
            <a:off x="3586480" y="5074366"/>
            <a:ext cx="1231900" cy="20874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F8F55DA4-431A-4909-816D-572C90471D9D}"/>
              </a:ext>
            </a:extLst>
          </p:cNvPr>
          <p:cNvCxnSpPr>
            <a:cxnSpLocks/>
          </p:cNvCxnSpPr>
          <p:nvPr/>
        </p:nvCxnSpPr>
        <p:spPr>
          <a:xfrm>
            <a:off x="3588555" y="5293975"/>
            <a:ext cx="1229825" cy="273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475751B-ECDE-4DB7-9E21-159AD2C36C6A}"/>
              </a:ext>
            </a:extLst>
          </p:cNvPr>
          <p:cNvCxnSpPr>
            <a:cxnSpLocks/>
          </p:cNvCxnSpPr>
          <p:nvPr/>
        </p:nvCxnSpPr>
        <p:spPr>
          <a:xfrm>
            <a:off x="3588555" y="5513582"/>
            <a:ext cx="1234905" cy="61718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72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4DA0D-8ED2-40E2-9F79-E11E72C2281F}"/>
              </a:ext>
            </a:extLst>
          </p:cNvPr>
          <p:cNvCxnSpPr>
            <a:cxnSpLocks/>
          </p:cNvCxnSpPr>
          <p:nvPr/>
        </p:nvCxnSpPr>
        <p:spPr>
          <a:xfrm>
            <a:off x="1277484" y="1172003"/>
            <a:ext cx="0" cy="959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C4202-7EEC-4DF3-BF0D-E6D2B0407C37}"/>
              </a:ext>
            </a:extLst>
          </p:cNvPr>
          <p:cNvCxnSpPr>
            <a:cxnSpLocks/>
          </p:cNvCxnSpPr>
          <p:nvPr/>
        </p:nvCxnSpPr>
        <p:spPr>
          <a:xfrm flipV="1">
            <a:off x="1277484" y="843436"/>
            <a:ext cx="2387707" cy="32856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3307B6-5313-47C8-923E-5A635883CE65}"/>
              </a:ext>
            </a:extLst>
          </p:cNvPr>
          <p:cNvCxnSpPr>
            <a:cxnSpLocks/>
          </p:cNvCxnSpPr>
          <p:nvPr/>
        </p:nvCxnSpPr>
        <p:spPr>
          <a:xfrm>
            <a:off x="1277484" y="5713536"/>
            <a:ext cx="1935215" cy="127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0E3B5-798A-4E22-8756-F15A52D354C3}"/>
              </a:ext>
            </a:extLst>
          </p:cNvPr>
          <p:cNvCxnSpPr>
            <a:cxnSpLocks/>
          </p:cNvCxnSpPr>
          <p:nvPr/>
        </p:nvCxnSpPr>
        <p:spPr>
          <a:xfrm>
            <a:off x="3664295" y="1847850"/>
            <a:ext cx="0" cy="184471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9F9CF-5974-4CB0-AF6E-8C3E63A85494}"/>
              </a:ext>
            </a:extLst>
          </p:cNvPr>
          <p:cNvCxnSpPr>
            <a:cxnSpLocks/>
          </p:cNvCxnSpPr>
          <p:nvPr/>
        </p:nvCxnSpPr>
        <p:spPr>
          <a:xfrm>
            <a:off x="3078480" y="1965960"/>
            <a:ext cx="583885" cy="4183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73D5EB-8761-4CC8-8307-78B8BFD57D8B}"/>
              </a:ext>
            </a:extLst>
          </p:cNvPr>
          <p:cNvCxnSpPr>
            <a:cxnSpLocks/>
          </p:cNvCxnSpPr>
          <p:nvPr/>
        </p:nvCxnSpPr>
        <p:spPr>
          <a:xfrm>
            <a:off x="3078480" y="3495040"/>
            <a:ext cx="585814" cy="19115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1B98D9-7920-4EB9-96DA-E896FD05BF89}"/>
              </a:ext>
            </a:extLst>
          </p:cNvPr>
          <p:cNvCxnSpPr>
            <a:cxnSpLocks/>
          </p:cNvCxnSpPr>
          <p:nvPr/>
        </p:nvCxnSpPr>
        <p:spPr>
          <a:xfrm>
            <a:off x="778521" y="3596299"/>
            <a:ext cx="498963" cy="14454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C60EBA-58BF-43AF-9A6E-F18C30BA69EC}"/>
              </a:ext>
            </a:extLst>
          </p:cNvPr>
          <p:cNvCxnSpPr>
            <a:cxnSpLocks/>
          </p:cNvCxnSpPr>
          <p:nvPr/>
        </p:nvCxnSpPr>
        <p:spPr>
          <a:xfrm flipV="1">
            <a:off x="1277484" y="3686193"/>
            <a:ext cx="2386810" cy="535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D01EFC17-914F-4D80-AE4A-AD334D0EB75D}"/>
              </a:ext>
            </a:extLst>
          </p:cNvPr>
          <p:cNvGrpSpPr/>
          <p:nvPr/>
        </p:nvGrpSpPr>
        <p:grpSpPr>
          <a:xfrm>
            <a:off x="784017" y="1960636"/>
            <a:ext cx="2296277" cy="1636195"/>
            <a:chOff x="814497" y="1940317"/>
            <a:chExt cx="2296277" cy="153085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9F305-E98F-4C24-8536-D582FA243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1940317"/>
              <a:ext cx="2296277" cy="22222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94AD-285E-436E-95B4-CE08088C9194}"/>
                </a:ext>
              </a:extLst>
            </p:cNvPr>
            <p:cNvCxnSpPr>
              <a:cxnSpLocks/>
            </p:cNvCxnSpPr>
            <p:nvPr/>
          </p:nvCxnSpPr>
          <p:spPr>
            <a:xfrm>
              <a:off x="814497" y="2162538"/>
              <a:ext cx="0" cy="130863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CDE03E-53D6-46A8-A218-C865CDD8E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497" y="3376524"/>
              <a:ext cx="2296277" cy="9465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6D9EF5-B479-4B9F-AC5F-47FC2D1FD3EF}"/>
                </a:ext>
              </a:extLst>
            </p:cNvPr>
            <p:cNvCxnSpPr>
              <a:cxnSpLocks/>
            </p:cNvCxnSpPr>
            <p:nvPr/>
          </p:nvCxnSpPr>
          <p:spPr>
            <a:xfrm>
              <a:off x="3110774" y="1940317"/>
              <a:ext cx="0" cy="14362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1CE70E4-3E8C-4AA8-A6C2-4ED66FAD3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339" y="2022629"/>
              <a:ext cx="2164594" cy="22221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8939C87-6BB1-4B75-915E-E53A983523B3}"/>
                </a:ext>
              </a:extLst>
            </p:cNvPr>
            <p:cNvCxnSpPr/>
            <p:nvPr/>
          </p:nvCxnSpPr>
          <p:spPr>
            <a:xfrm>
              <a:off x="880343" y="2244848"/>
              <a:ext cx="0" cy="112754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D4FB86-5B58-43BB-8AAA-34C4CC167E7B}"/>
                </a:ext>
              </a:extLst>
            </p:cNvPr>
            <p:cNvCxnSpPr/>
            <p:nvPr/>
          </p:nvCxnSpPr>
          <p:spPr>
            <a:xfrm flipV="1">
              <a:off x="880343" y="3294220"/>
              <a:ext cx="2164590" cy="7817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B9861A-EC7D-4D5A-BA48-12BBB830C076}"/>
                </a:ext>
              </a:extLst>
            </p:cNvPr>
            <p:cNvCxnSpPr>
              <a:cxnSpLocks/>
            </p:cNvCxnSpPr>
            <p:nvPr/>
          </p:nvCxnSpPr>
          <p:spPr>
            <a:xfrm>
              <a:off x="3044932" y="2022628"/>
              <a:ext cx="0" cy="127159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571E1E9-788B-4E1F-BF24-94E28F47DEEF}"/>
                </a:ext>
              </a:extLst>
            </p:cNvPr>
            <p:cNvSpPr/>
            <p:nvPr/>
          </p:nvSpPr>
          <p:spPr>
            <a:xfrm>
              <a:off x="225858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240815-83B9-4B7C-ACD5-2E5971ACB80F}"/>
                </a:ext>
              </a:extLst>
            </p:cNvPr>
            <p:cNvSpPr/>
            <p:nvPr/>
          </p:nvSpPr>
          <p:spPr>
            <a:xfrm>
              <a:off x="2337753" y="2098056"/>
              <a:ext cx="42386" cy="1226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D004C-9440-4E0B-95EF-88C6134CAEAE}"/>
                </a:ext>
              </a:extLst>
            </p:cNvPr>
            <p:cNvSpPr/>
            <p:nvPr/>
          </p:nvSpPr>
          <p:spPr>
            <a:xfrm>
              <a:off x="2971113" y="2018499"/>
              <a:ext cx="42386" cy="12715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FE7D6-9D88-4057-9461-1AE9892B7F64}"/>
                </a:ext>
              </a:extLst>
            </p:cNvPr>
            <p:cNvSpPr/>
            <p:nvPr/>
          </p:nvSpPr>
          <p:spPr>
            <a:xfrm>
              <a:off x="2891946" y="2041542"/>
              <a:ext cx="45719" cy="1259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E2A4FD-28C2-46AE-85F6-292F8DDCE9DE}"/>
                </a:ext>
              </a:extLst>
            </p:cNvPr>
            <p:cNvSpPr/>
            <p:nvPr/>
          </p:nvSpPr>
          <p:spPr>
            <a:xfrm>
              <a:off x="2812775" y="2041540"/>
              <a:ext cx="45719" cy="12636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15A26A-3956-4627-B27C-6C7A19B9E3EB}"/>
                </a:ext>
              </a:extLst>
            </p:cNvPr>
            <p:cNvSpPr/>
            <p:nvPr/>
          </p:nvSpPr>
          <p:spPr>
            <a:xfrm>
              <a:off x="2733606" y="2059202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BFE669-2CF0-4844-BA5D-D80E34E942F0}"/>
                </a:ext>
              </a:extLst>
            </p:cNvPr>
            <p:cNvSpPr/>
            <p:nvPr/>
          </p:nvSpPr>
          <p:spPr>
            <a:xfrm>
              <a:off x="2496094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0CB02C-0FC1-466D-9F7E-85CF020582CF}"/>
                </a:ext>
              </a:extLst>
            </p:cNvPr>
            <p:cNvSpPr/>
            <p:nvPr/>
          </p:nvSpPr>
          <p:spPr>
            <a:xfrm>
              <a:off x="2416923" y="2085693"/>
              <a:ext cx="45719" cy="1230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51A28A-168D-4493-90B9-CD2AA6028232}"/>
                </a:ext>
              </a:extLst>
            </p:cNvPr>
            <p:cNvSpPr/>
            <p:nvPr/>
          </p:nvSpPr>
          <p:spPr>
            <a:xfrm>
              <a:off x="2654435" y="2059201"/>
              <a:ext cx="42386" cy="1251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CCD73B5-1737-447F-9E9C-7892014BCD61}"/>
                </a:ext>
              </a:extLst>
            </p:cNvPr>
            <p:cNvSpPr/>
            <p:nvPr/>
          </p:nvSpPr>
          <p:spPr>
            <a:xfrm>
              <a:off x="2179411" y="2112186"/>
              <a:ext cx="45719" cy="1215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466A54A-B90E-4EFD-9B3F-E6853FF78DE7}"/>
                </a:ext>
              </a:extLst>
            </p:cNvPr>
            <p:cNvSpPr/>
            <p:nvPr/>
          </p:nvSpPr>
          <p:spPr>
            <a:xfrm>
              <a:off x="2575265" y="2071564"/>
              <a:ext cx="42386" cy="12391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791BCF9-F5D0-4D1F-9561-38F8474439F3}"/>
                </a:ext>
              </a:extLst>
            </p:cNvPr>
            <p:cNvSpPr/>
            <p:nvPr/>
          </p:nvSpPr>
          <p:spPr>
            <a:xfrm>
              <a:off x="1704389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20F115-05C8-40BF-9BF6-088559614471}"/>
                </a:ext>
              </a:extLst>
            </p:cNvPr>
            <p:cNvSpPr/>
            <p:nvPr/>
          </p:nvSpPr>
          <p:spPr>
            <a:xfrm>
              <a:off x="2100241" y="2112185"/>
              <a:ext cx="42386" cy="1212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F1FB538-53EC-42AE-AC58-D833F758AAD4}"/>
                </a:ext>
              </a:extLst>
            </p:cNvPr>
            <p:cNvSpPr/>
            <p:nvPr/>
          </p:nvSpPr>
          <p:spPr>
            <a:xfrm>
              <a:off x="1625218" y="2162538"/>
              <a:ext cx="42386" cy="1176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DCCBC6-F7A0-4910-B379-9884470093DB}"/>
                </a:ext>
              </a:extLst>
            </p:cNvPr>
            <p:cNvSpPr/>
            <p:nvPr/>
          </p:nvSpPr>
          <p:spPr>
            <a:xfrm>
              <a:off x="2021070" y="2131612"/>
              <a:ext cx="45719" cy="1200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6EE128-9DCF-4145-8279-9EF986FFD415}"/>
                </a:ext>
              </a:extLst>
            </p:cNvPr>
            <p:cNvSpPr/>
            <p:nvPr/>
          </p:nvSpPr>
          <p:spPr>
            <a:xfrm>
              <a:off x="1546048" y="2172213"/>
              <a:ext cx="42386" cy="11764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39E133-F9AF-4000-B3F2-47220F384C4C}"/>
                </a:ext>
              </a:extLst>
            </p:cNvPr>
            <p:cNvSpPr/>
            <p:nvPr/>
          </p:nvSpPr>
          <p:spPr>
            <a:xfrm>
              <a:off x="1941900" y="2131611"/>
              <a:ext cx="42386" cy="1207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45A987-23E7-4CF8-A07B-49C0BBF9002D}"/>
                </a:ext>
              </a:extLst>
            </p:cNvPr>
            <p:cNvSpPr/>
            <p:nvPr/>
          </p:nvSpPr>
          <p:spPr>
            <a:xfrm>
              <a:off x="1466876" y="2186360"/>
              <a:ext cx="45719" cy="1168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1177467-6F68-4CA3-93AE-8DD08DB06554}"/>
                </a:ext>
              </a:extLst>
            </p:cNvPr>
            <p:cNvSpPr/>
            <p:nvPr/>
          </p:nvSpPr>
          <p:spPr>
            <a:xfrm>
              <a:off x="1862730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312A63-302A-471B-A310-18F58E0C7B43}"/>
                </a:ext>
              </a:extLst>
            </p:cNvPr>
            <p:cNvSpPr/>
            <p:nvPr/>
          </p:nvSpPr>
          <p:spPr>
            <a:xfrm>
              <a:off x="1387707" y="2186360"/>
              <a:ext cx="47361" cy="11712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5AE6A30-DC31-4D6D-B5AB-78EF50F6A67D}"/>
                </a:ext>
              </a:extLst>
            </p:cNvPr>
            <p:cNvSpPr/>
            <p:nvPr/>
          </p:nvSpPr>
          <p:spPr>
            <a:xfrm>
              <a:off x="1783559" y="2143974"/>
              <a:ext cx="42386" cy="11949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928AD9-F1AA-4766-9CF4-35C4F381904D}"/>
                </a:ext>
              </a:extLst>
            </p:cNvPr>
            <p:cNvSpPr/>
            <p:nvPr/>
          </p:nvSpPr>
          <p:spPr>
            <a:xfrm>
              <a:off x="912683" y="2244235"/>
              <a:ext cx="42386" cy="11275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87CC19A-1557-47A9-AC5D-B42FFC561BE8}"/>
                </a:ext>
              </a:extLst>
            </p:cNvPr>
            <p:cNvSpPr/>
            <p:nvPr/>
          </p:nvSpPr>
          <p:spPr>
            <a:xfrm>
              <a:off x="1150194" y="2212852"/>
              <a:ext cx="45719" cy="11494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18E62-57D2-4ED5-8A4A-208F05EBB044}"/>
                </a:ext>
              </a:extLst>
            </p:cNvPr>
            <p:cNvSpPr/>
            <p:nvPr/>
          </p:nvSpPr>
          <p:spPr>
            <a:xfrm>
              <a:off x="991854" y="2232279"/>
              <a:ext cx="44075" cy="11395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524263-F43D-44FD-8108-DAEA56CC0AFA}"/>
                </a:ext>
              </a:extLst>
            </p:cNvPr>
            <p:cNvSpPr/>
            <p:nvPr/>
          </p:nvSpPr>
          <p:spPr>
            <a:xfrm>
              <a:off x="1229365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76516A-5CC2-4991-AA8A-ECFBD2C83920}"/>
                </a:ext>
              </a:extLst>
            </p:cNvPr>
            <p:cNvSpPr/>
            <p:nvPr/>
          </p:nvSpPr>
          <p:spPr>
            <a:xfrm>
              <a:off x="1071023" y="2223448"/>
              <a:ext cx="45719" cy="1138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0908B23-E51B-4A8D-8946-AA111547324A}"/>
                </a:ext>
              </a:extLst>
            </p:cNvPr>
            <p:cNvSpPr/>
            <p:nvPr/>
          </p:nvSpPr>
          <p:spPr>
            <a:xfrm>
              <a:off x="1308536" y="2200489"/>
              <a:ext cx="42386" cy="1157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E91DD1-D6C6-4023-924D-B6A23DF2EA48}"/>
              </a:ext>
            </a:extLst>
          </p:cNvPr>
          <p:cNvCxnSpPr>
            <a:cxnSpLocks/>
          </p:cNvCxnSpPr>
          <p:nvPr/>
        </p:nvCxnSpPr>
        <p:spPr>
          <a:xfrm>
            <a:off x="1277484" y="3729418"/>
            <a:ext cx="0" cy="19939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F92A7D9-CABB-4B36-B555-65F257BE4F31}"/>
              </a:ext>
            </a:extLst>
          </p:cNvPr>
          <p:cNvGrpSpPr/>
          <p:nvPr/>
        </p:nvGrpSpPr>
        <p:grpSpPr>
          <a:xfrm>
            <a:off x="1825945" y="4155440"/>
            <a:ext cx="1246727" cy="1160660"/>
            <a:chOff x="1825945" y="4155440"/>
            <a:chExt cx="1246727" cy="102616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71977B-9A9F-4EA1-AEB1-41A4AD528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123910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548B88B-DB50-435D-A37B-1E31757EF722}"/>
                </a:ext>
              </a:extLst>
            </p:cNvPr>
            <p:cNvCxnSpPr>
              <a:cxnSpLocks/>
            </p:cNvCxnSpPr>
            <p:nvPr/>
          </p:nvCxnSpPr>
          <p:spPr>
            <a:xfrm>
              <a:off x="1825945" y="5110539"/>
              <a:ext cx="1246709" cy="6828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225618E-F305-49F7-9783-4FEF683A8093}"/>
                </a:ext>
              </a:extLst>
            </p:cNvPr>
            <p:cNvCxnSpPr>
              <a:cxnSpLocks/>
            </p:cNvCxnSpPr>
            <p:nvPr/>
          </p:nvCxnSpPr>
          <p:spPr>
            <a:xfrm>
              <a:off x="1833565" y="4155440"/>
              <a:ext cx="0" cy="9550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1816A1-7E8E-4225-B15F-48E15AC5154B}"/>
                </a:ext>
              </a:extLst>
            </p:cNvPr>
            <p:cNvCxnSpPr/>
            <p:nvPr/>
          </p:nvCxnSpPr>
          <p:spPr>
            <a:xfrm>
              <a:off x="3072672" y="4155440"/>
              <a:ext cx="0" cy="10261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49153C4-F092-454D-BEE8-2990B0E7800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511" y="5066790"/>
              <a:ext cx="1138819" cy="623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6AAB89-5022-4D59-A06E-50C2ECD6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07510"/>
              <a:ext cx="114502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4DDCB3-828D-4776-9494-FCBD9949553E}"/>
                </a:ext>
              </a:extLst>
            </p:cNvPr>
            <p:cNvCxnSpPr>
              <a:cxnSpLocks/>
            </p:cNvCxnSpPr>
            <p:nvPr/>
          </p:nvCxnSpPr>
          <p:spPr>
            <a:xfrm>
              <a:off x="3017851" y="4203700"/>
              <a:ext cx="0" cy="9254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67A493-6106-4BF4-A881-1F3F78DD293B}"/>
                </a:ext>
              </a:extLst>
            </p:cNvPr>
            <p:cNvCxnSpPr>
              <a:cxnSpLocks/>
            </p:cNvCxnSpPr>
            <p:nvPr/>
          </p:nvCxnSpPr>
          <p:spPr>
            <a:xfrm>
              <a:off x="1883923" y="4203700"/>
              <a:ext cx="0" cy="8606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9A70FDF-20C3-4253-BDED-8BE13960B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26121" y="4205605"/>
              <a:ext cx="0" cy="87884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A4FD72-9FF5-4467-A091-D20E1AF4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596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61A92FE-3D63-429E-9CB6-94943EF934B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62" y="4205605"/>
              <a:ext cx="0" cy="9048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3A54AF5-C47C-48F2-8D6D-9D35124B2EE7}"/>
                </a:ext>
              </a:extLst>
            </p:cNvPr>
            <p:cNvCxnSpPr>
              <a:cxnSpLocks/>
            </p:cNvCxnSpPr>
            <p:nvPr/>
          </p:nvCxnSpPr>
          <p:spPr>
            <a:xfrm>
              <a:off x="2272156" y="4212809"/>
              <a:ext cx="0" cy="8716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638674E-A23C-4E73-BBAB-3855248C7693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27291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1C7EB0-D3B8-4D1E-ACC4-FFB7A073CB6E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2710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DAC4AFA-0DF4-4D4A-9233-5663DDB3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27101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E94D6D-9129-49A2-AE26-F7027805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3548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0BEB05C-86D5-4741-BF1F-CF246850AE98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3529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09EC8F-2B44-44E4-87B0-9ECEF42457B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3529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7F31D11-CABC-4378-9ABE-91991DD3380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4329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192C34-ACAC-403F-A4E9-BE9D7CAAD171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45" y="44310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203DC09-350B-43A1-A894-2C7D3866B760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25" y="44310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00DE5D-AF71-4FAA-869A-B7C9CF1C9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3592" y="450913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E6BA8BF-30BB-4318-8F57-32979F6CE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75424" y="45072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9235EBC-2ACB-4C31-B15F-7C6B10702166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04" y="4507230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9E19FBC-BC38-4097-8FB0-D3BB9FA54FCC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58343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0E750E-E200-422F-B5B5-412884C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58152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1A6A776-5ACA-46D0-8D5C-571EFD9AFC68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58152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2721741-BD2F-4835-BE9F-ED513211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883675" y="4658810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3158B3-920F-47FE-901E-2EF8FC98B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75507" y="4656905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32D8D6-60A2-4625-9FAE-E05572476C9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687" y="4656905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43F1F42-3457-4AD1-B262-7A164CF92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64" y="473589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62F739A-E8DA-44BF-A46C-F4F67F6A4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96" y="473399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3615B45-4597-4A65-B205-9EB1709ADBB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776" y="4733992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1AA9DF9-9CA5-4BDF-91C8-2E9CEF6227B5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4806382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79D484-2621-4776-9250-05E1FEA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04477"/>
              <a:ext cx="3450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26B83C-FFBD-4793-8E75-61C653285EF4}"/>
                </a:ext>
              </a:extLst>
            </p:cNvPr>
            <p:cNvCxnSpPr>
              <a:cxnSpLocks/>
            </p:cNvCxnSpPr>
            <p:nvPr/>
          </p:nvCxnSpPr>
          <p:spPr>
            <a:xfrm>
              <a:off x="2665693" y="4804477"/>
              <a:ext cx="35472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DD0C06-AA59-43C3-A701-3065D12EFE2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" y="4871085"/>
              <a:ext cx="351273" cy="768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7148BA-9A89-4769-8FA8-2F63A2A5236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876867"/>
              <a:ext cx="342957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8AA6CF-4F4F-4A5E-835E-809B24A22355}"/>
                </a:ext>
              </a:extLst>
            </p:cNvPr>
            <p:cNvCxnSpPr>
              <a:cxnSpLocks/>
            </p:cNvCxnSpPr>
            <p:nvPr/>
          </p:nvCxnSpPr>
          <p:spPr>
            <a:xfrm>
              <a:off x="2665095" y="4888230"/>
              <a:ext cx="354330" cy="57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2AA4C4-5DDB-4176-A2E5-2E48F649DE9E}"/>
                </a:ext>
              </a:extLst>
            </p:cNvPr>
            <p:cNvCxnSpPr>
              <a:cxnSpLocks/>
            </p:cNvCxnSpPr>
            <p:nvPr/>
          </p:nvCxnSpPr>
          <p:spPr>
            <a:xfrm>
              <a:off x="1880113" y="4933950"/>
              <a:ext cx="347585" cy="172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C275BA1-82CF-423A-9876-FB300FE47AD6}"/>
                </a:ext>
              </a:extLst>
            </p:cNvPr>
            <p:cNvCxnSpPr>
              <a:cxnSpLocks/>
            </p:cNvCxnSpPr>
            <p:nvPr/>
          </p:nvCxnSpPr>
          <p:spPr>
            <a:xfrm>
              <a:off x="2274513" y="4949257"/>
              <a:ext cx="341052" cy="132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354A33A-71ED-4468-B21B-CB77EA37291E}"/>
                </a:ext>
              </a:extLst>
            </p:cNvPr>
            <p:cNvCxnSpPr>
              <a:cxnSpLocks/>
            </p:cNvCxnSpPr>
            <p:nvPr/>
          </p:nvCxnSpPr>
          <p:spPr>
            <a:xfrm>
              <a:off x="2663190" y="4960620"/>
              <a:ext cx="356235" cy="1714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758C1A1-F8EA-4F6B-B318-07F041EF60F3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81" y="5008312"/>
              <a:ext cx="342449" cy="1707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866C8-2172-4BF7-A36E-0AA25A6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182" y="5022909"/>
              <a:ext cx="351374" cy="1891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9D9A24B-CD20-4053-B696-48D447D32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56340" y="5041822"/>
              <a:ext cx="365984" cy="2490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9092F2E-05A9-4440-9DCF-C5E648C3DAC7}"/>
              </a:ext>
            </a:extLst>
          </p:cNvPr>
          <p:cNvCxnSpPr>
            <a:cxnSpLocks/>
          </p:cNvCxnSpPr>
          <p:nvPr/>
        </p:nvCxnSpPr>
        <p:spPr>
          <a:xfrm flipV="1">
            <a:off x="3251835" y="1339217"/>
            <a:ext cx="2095500" cy="373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D4F73A-5401-47BC-AFEE-C283E9FEC896}"/>
              </a:ext>
            </a:extLst>
          </p:cNvPr>
          <p:cNvCxnSpPr>
            <a:cxnSpLocks/>
          </p:cNvCxnSpPr>
          <p:nvPr/>
        </p:nvCxnSpPr>
        <p:spPr>
          <a:xfrm flipV="1">
            <a:off x="5347504" y="1574800"/>
            <a:ext cx="0" cy="444124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C41509E-1B67-46D4-BB4B-49F28DFD92A2}"/>
              </a:ext>
            </a:extLst>
          </p:cNvPr>
          <p:cNvCxnSpPr>
            <a:cxnSpLocks/>
          </p:cNvCxnSpPr>
          <p:nvPr/>
        </p:nvCxnSpPr>
        <p:spPr>
          <a:xfrm>
            <a:off x="5341620" y="1339215"/>
            <a:ext cx="3439710" cy="3487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3D1099D-D3B5-453C-BD1A-AD0186F501DF}"/>
              </a:ext>
            </a:extLst>
          </p:cNvPr>
          <p:cNvCxnSpPr>
            <a:cxnSpLocks/>
          </p:cNvCxnSpPr>
          <p:nvPr/>
        </p:nvCxnSpPr>
        <p:spPr>
          <a:xfrm>
            <a:off x="1277484" y="5378335"/>
            <a:ext cx="1935215" cy="1072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98518A-F64D-4316-9F70-EA42E016D9A1}"/>
              </a:ext>
            </a:extLst>
          </p:cNvPr>
          <p:cNvCxnSpPr>
            <a:cxnSpLocks/>
          </p:cNvCxnSpPr>
          <p:nvPr/>
        </p:nvCxnSpPr>
        <p:spPr>
          <a:xfrm>
            <a:off x="3664294" y="846631"/>
            <a:ext cx="3169322" cy="1768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38863B0-0B6F-4EB1-947D-E8711FA61E1D}"/>
              </a:ext>
            </a:extLst>
          </p:cNvPr>
          <p:cNvCxnSpPr>
            <a:cxnSpLocks/>
          </p:cNvCxnSpPr>
          <p:nvPr/>
        </p:nvCxnSpPr>
        <p:spPr>
          <a:xfrm flipV="1">
            <a:off x="6831759" y="388447"/>
            <a:ext cx="4588081" cy="6342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28CCCA7-2463-4480-9B22-1A3F5FC0CA8D}"/>
              </a:ext>
            </a:extLst>
          </p:cNvPr>
          <p:cNvCxnSpPr>
            <a:cxnSpLocks/>
          </p:cNvCxnSpPr>
          <p:nvPr/>
        </p:nvCxnSpPr>
        <p:spPr>
          <a:xfrm flipV="1">
            <a:off x="8202761" y="3164246"/>
            <a:ext cx="0" cy="30079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59121FF-1B47-46BE-89CE-A09A876222F3}"/>
              </a:ext>
            </a:extLst>
          </p:cNvPr>
          <p:cNvCxnSpPr>
            <a:cxnSpLocks/>
          </p:cNvCxnSpPr>
          <p:nvPr/>
        </p:nvCxnSpPr>
        <p:spPr>
          <a:xfrm flipV="1">
            <a:off x="1280160" y="1335025"/>
            <a:ext cx="2389632" cy="2682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D56E2E-969E-424F-AF7A-991CBC90C40D}"/>
              </a:ext>
            </a:extLst>
          </p:cNvPr>
          <p:cNvCxnSpPr>
            <a:cxnSpLocks/>
          </p:cNvCxnSpPr>
          <p:nvPr/>
        </p:nvCxnSpPr>
        <p:spPr>
          <a:xfrm>
            <a:off x="3669792" y="3686194"/>
            <a:ext cx="1675638" cy="342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F560649-3D01-4A23-94B1-EE26BAF0F1E9}"/>
              </a:ext>
            </a:extLst>
          </p:cNvPr>
          <p:cNvCxnSpPr>
            <a:cxnSpLocks/>
          </p:cNvCxnSpPr>
          <p:nvPr/>
        </p:nvCxnSpPr>
        <p:spPr>
          <a:xfrm flipV="1">
            <a:off x="11291104" y="111760"/>
            <a:ext cx="0" cy="626557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5BD2DD4-814D-4CD3-9844-AB00E4C958B4}"/>
              </a:ext>
            </a:extLst>
          </p:cNvPr>
          <p:cNvCxnSpPr>
            <a:cxnSpLocks/>
          </p:cNvCxnSpPr>
          <p:nvPr/>
        </p:nvCxnSpPr>
        <p:spPr>
          <a:xfrm>
            <a:off x="11209535" y="410685"/>
            <a:ext cx="1136213" cy="960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6906841-B0FB-47E6-9262-BABE67706223}"/>
              </a:ext>
            </a:extLst>
          </p:cNvPr>
          <p:cNvCxnSpPr>
            <a:cxnSpLocks/>
          </p:cNvCxnSpPr>
          <p:nvPr/>
        </p:nvCxnSpPr>
        <p:spPr>
          <a:xfrm flipV="1">
            <a:off x="11273959" y="6244169"/>
            <a:ext cx="1193854" cy="16428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C8295F2-778C-4309-B409-FA70A939FA1A}"/>
              </a:ext>
            </a:extLst>
          </p:cNvPr>
          <p:cNvCxnSpPr>
            <a:cxnSpLocks/>
          </p:cNvCxnSpPr>
          <p:nvPr/>
        </p:nvCxnSpPr>
        <p:spPr>
          <a:xfrm flipV="1">
            <a:off x="6833616" y="1022744"/>
            <a:ext cx="0" cy="46489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233B2D44-48CD-4B39-864E-904F6022BDAE}"/>
              </a:ext>
            </a:extLst>
          </p:cNvPr>
          <p:cNvCxnSpPr>
            <a:cxnSpLocks/>
          </p:cNvCxnSpPr>
          <p:nvPr/>
        </p:nvCxnSpPr>
        <p:spPr>
          <a:xfrm>
            <a:off x="5349240" y="1455420"/>
            <a:ext cx="3432090" cy="35169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3C63402-5382-4509-A442-DDADE67B0AB6}"/>
              </a:ext>
            </a:extLst>
          </p:cNvPr>
          <p:cNvCxnSpPr>
            <a:cxnSpLocks/>
          </p:cNvCxnSpPr>
          <p:nvPr/>
        </p:nvCxnSpPr>
        <p:spPr>
          <a:xfrm flipV="1">
            <a:off x="3248025" y="1455421"/>
            <a:ext cx="2103120" cy="35813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0B08298-02A3-4356-ABC6-940AF4CB6B13}"/>
              </a:ext>
            </a:extLst>
          </p:cNvPr>
          <p:cNvCxnSpPr>
            <a:cxnSpLocks/>
          </p:cNvCxnSpPr>
          <p:nvPr/>
        </p:nvCxnSpPr>
        <p:spPr>
          <a:xfrm flipH="1">
            <a:off x="6830866" y="1804035"/>
            <a:ext cx="1953089" cy="2594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6E8E953-3F0A-4FD6-8234-46F4F4FD4AD7}"/>
              </a:ext>
            </a:extLst>
          </p:cNvPr>
          <p:cNvCxnSpPr>
            <a:cxnSpLocks/>
          </p:cNvCxnSpPr>
          <p:nvPr/>
        </p:nvCxnSpPr>
        <p:spPr>
          <a:xfrm>
            <a:off x="3251835" y="1815465"/>
            <a:ext cx="468666" cy="3237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6A0C683-B29F-4A55-A5D6-6F9B9632C1D4}"/>
              </a:ext>
            </a:extLst>
          </p:cNvPr>
          <p:cNvCxnSpPr>
            <a:cxnSpLocks/>
          </p:cNvCxnSpPr>
          <p:nvPr/>
        </p:nvCxnSpPr>
        <p:spPr>
          <a:xfrm flipV="1">
            <a:off x="6826588" y="2066045"/>
            <a:ext cx="0" cy="10830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6E0238A-8FB3-4C89-AA56-39D0B9A08CCE}"/>
              </a:ext>
            </a:extLst>
          </p:cNvPr>
          <p:cNvCxnSpPr>
            <a:cxnSpLocks/>
          </p:cNvCxnSpPr>
          <p:nvPr/>
        </p:nvCxnSpPr>
        <p:spPr>
          <a:xfrm>
            <a:off x="5516880" y="3139440"/>
            <a:ext cx="2686050" cy="266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D6E97F-650C-47C5-B84F-C1B559AB4836}"/>
              </a:ext>
            </a:extLst>
          </p:cNvPr>
          <p:cNvCxnSpPr>
            <a:cxnSpLocks/>
          </p:cNvCxnSpPr>
          <p:nvPr/>
        </p:nvCxnSpPr>
        <p:spPr>
          <a:xfrm>
            <a:off x="5516880" y="3177540"/>
            <a:ext cx="2685881" cy="213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B4F1198-75D7-4956-A1E7-CED1ACF951B1}"/>
              </a:ext>
            </a:extLst>
          </p:cNvPr>
          <p:cNvCxnSpPr>
            <a:cxnSpLocks/>
          </p:cNvCxnSpPr>
          <p:nvPr/>
        </p:nvCxnSpPr>
        <p:spPr>
          <a:xfrm flipV="1">
            <a:off x="6826588" y="3692565"/>
            <a:ext cx="0" cy="173420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EB473AE-738B-46C3-9331-739008F68522}"/>
              </a:ext>
            </a:extLst>
          </p:cNvPr>
          <p:cNvCxnSpPr>
            <a:cxnSpLocks/>
          </p:cNvCxnSpPr>
          <p:nvPr/>
        </p:nvCxnSpPr>
        <p:spPr>
          <a:xfrm flipV="1">
            <a:off x="5516179" y="1608952"/>
            <a:ext cx="0" cy="44032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C5A12D-E4BA-4A09-8BB4-FF1FDAA17294}"/>
              </a:ext>
            </a:extLst>
          </p:cNvPr>
          <p:cNvCxnSpPr>
            <a:cxnSpLocks/>
          </p:cNvCxnSpPr>
          <p:nvPr/>
        </p:nvCxnSpPr>
        <p:spPr>
          <a:xfrm flipV="1">
            <a:off x="5178828" y="1616573"/>
            <a:ext cx="0" cy="21015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8A512FF-3913-4CBB-B746-B823D943EEA2}"/>
              </a:ext>
            </a:extLst>
          </p:cNvPr>
          <p:cNvCxnSpPr>
            <a:cxnSpLocks/>
          </p:cNvCxnSpPr>
          <p:nvPr/>
        </p:nvCxnSpPr>
        <p:spPr>
          <a:xfrm>
            <a:off x="5521602" y="1974083"/>
            <a:ext cx="1304986" cy="9033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700A1E2-84D8-4A48-B35A-64E89217B41E}"/>
              </a:ext>
            </a:extLst>
          </p:cNvPr>
          <p:cNvCxnSpPr/>
          <p:nvPr/>
        </p:nvCxnSpPr>
        <p:spPr>
          <a:xfrm>
            <a:off x="8781330" y="1685118"/>
            <a:ext cx="0" cy="12156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ABB4E39-BC5C-4930-9EF6-2C0BF04CE47D}"/>
              </a:ext>
            </a:extLst>
          </p:cNvPr>
          <p:cNvCxnSpPr>
            <a:cxnSpLocks/>
          </p:cNvCxnSpPr>
          <p:nvPr/>
        </p:nvCxnSpPr>
        <p:spPr>
          <a:xfrm flipV="1">
            <a:off x="5516880" y="3669030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F8307-803D-4240-96AE-223BE42A51BF}"/>
              </a:ext>
            </a:extLst>
          </p:cNvPr>
          <p:cNvCxnSpPr>
            <a:cxnSpLocks/>
          </p:cNvCxnSpPr>
          <p:nvPr/>
        </p:nvCxnSpPr>
        <p:spPr>
          <a:xfrm flipV="1">
            <a:off x="5178828" y="1580703"/>
            <a:ext cx="169656" cy="358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B4CA898-E4C0-43E2-A70B-4B563B1C023F}"/>
              </a:ext>
            </a:extLst>
          </p:cNvPr>
          <p:cNvCxnSpPr>
            <a:cxnSpLocks/>
          </p:cNvCxnSpPr>
          <p:nvPr/>
        </p:nvCxnSpPr>
        <p:spPr>
          <a:xfrm>
            <a:off x="5348484" y="1580415"/>
            <a:ext cx="168396" cy="324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DCD759C-8072-41A9-A349-5B556972916F}"/>
              </a:ext>
            </a:extLst>
          </p:cNvPr>
          <p:cNvCxnSpPr>
            <a:cxnSpLocks/>
          </p:cNvCxnSpPr>
          <p:nvPr/>
        </p:nvCxnSpPr>
        <p:spPr>
          <a:xfrm flipV="1">
            <a:off x="3251835" y="1706880"/>
            <a:ext cx="0" cy="1136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B7A0C328-1826-4C7F-8991-3B93CF95F921}"/>
              </a:ext>
            </a:extLst>
          </p:cNvPr>
          <p:cNvCxnSpPr>
            <a:cxnSpLocks/>
          </p:cNvCxnSpPr>
          <p:nvPr/>
        </p:nvCxnSpPr>
        <p:spPr>
          <a:xfrm flipV="1">
            <a:off x="3664294" y="843436"/>
            <a:ext cx="0" cy="7986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36CBFDA-3ABA-40B0-BF29-E984B6568611}"/>
              </a:ext>
            </a:extLst>
          </p:cNvPr>
          <p:cNvGrpSpPr/>
          <p:nvPr/>
        </p:nvGrpSpPr>
        <p:grpSpPr>
          <a:xfrm>
            <a:off x="7644950" y="2306411"/>
            <a:ext cx="390185" cy="852079"/>
            <a:chOff x="7724852" y="2306411"/>
            <a:chExt cx="390185" cy="852079"/>
          </a:xfrm>
        </p:grpSpPr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49CE5598-10A1-45B8-AD13-4482FAF98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4852" y="2308005"/>
              <a:ext cx="390185" cy="4661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57401D9-2E4A-4D72-9FC2-1C0DB87F0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74" y="2358429"/>
              <a:ext cx="0" cy="80006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8F50EB-00B4-4FA2-8A8B-E61F66195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227" y="2306411"/>
              <a:ext cx="0" cy="85207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C7FD4D1-7554-4807-9DF8-F9EA65120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6" y="2365799"/>
              <a:ext cx="295542" cy="36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0B783A0-EEF5-4AB7-A0EC-38B4346132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35" y="2402334"/>
              <a:ext cx="0" cy="7561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A62F6-0605-4B4C-A90F-E8CCAB6360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4418" y="2365799"/>
              <a:ext cx="0" cy="79269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AC451A4-FDF1-49EE-A7BD-3CFA206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590" y="2441707"/>
              <a:ext cx="295828" cy="3098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47A675F-C83B-4D25-90BD-DF8322FD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521023"/>
              <a:ext cx="296360" cy="2215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14A705D-93BB-4D1B-A2AD-E25293F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058" y="2605556"/>
              <a:ext cx="296360" cy="21439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650514F-A860-4678-B05F-36C4D692A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691743"/>
              <a:ext cx="295006" cy="15262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9ECB0FD5-1659-4AC3-B96F-F91F8BD5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685" y="2775776"/>
              <a:ext cx="299939" cy="1314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11C7B408-B1F5-47B7-9D5F-8CE3C23F5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2861036"/>
              <a:ext cx="295077" cy="78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306B6F-F342-4388-8D0B-7B431C6A3883}"/>
                </a:ext>
              </a:extLst>
            </p:cNvPr>
            <p:cNvCxnSpPr>
              <a:cxnSpLocks/>
            </p:cNvCxnSpPr>
            <p:nvPr/>
          </p:nvCxnSpPr>
          <p:spPr>
            <a:xfrm>
              <a:off x="7770335" y="2944417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850BBBF-1B44-41BA-BDB9-FBCABF7D7A55}"/>
                </a:ext>
              </a:extLst>
            </p:cNvPr>
            <p:cNvCxnSpPr>
              <a:cxnSpLocks/>
            </p:cNvCxnSpPr>
            <p:nvPr/>
          </p:nvCxnSpPr>
          <p:spPr>
            <a:xfrm>
              <a:off x="7770264" y="3024141"/>
              <a:ext cx="29636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DF948104-9958-4CCA-A463-EB6F854B5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3104115"/>
              <a:ext cx="294224" cy="10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ADD5DF9-CBAE-4D8D-BBDA-96764D5C2595}"/>
              </a:ext>
            </a:extLst>
          </p:cNvPr>
          <p:cNvCxnSpPr>
            <a:cxnSpLocks/>
          </p:cNvCxnSpPr>
          <p:nvPr/>
        </p:nvCxnSpPr>
        <p:spPr>
          <a:xfrm>
            <a:off x="7460318" y="2350810"/>
            <a:ext cx="0" cy="80768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FF23D55-FAFD-4B4B-82F8-5EE6B912D8E7}"/>
              </a:ext>
            </a:extLst>
          </p:cNvPr>
          <p:cNvCxnSpPr>
            <a:cxnSpLocks/>
          </p:cNvCxnSpPr>
          <p:nvPr/>
        </p:nvCxnSpPr>
        <p:spPr>
          <a:xfrm>
            <a:off x="6905201" y="2421255"/>
            <a:ext cx="0" cy="72783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F7B7881-F31C-4FD4-B453-4215924664AC}"/>
              </a:ext>
            </a:extLst>
          </p:cNvPr>
          <p:cNvCxnSpPr>
            <a:cxnSpLocks/>
          </p:cNvCxnSpPr>
          <p:nvPr/>
        </p:nvCxnSpPr>
        <p:spPr>
          <a:xfrm flipH="1">
            <a:off x="6899186" y="2350770"/>
            <a:ext cx="565704" cy="7400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FF87DCB-D936-46FD-9FE8-AA2D5794482F}"/>
              </a:ext>
            </a:extLst>
          </p:cNvPr>
          <p:cNvCxnSpPr>
            <a:cxnSpLocks/>
          </p:cNvCxnSpPr>
          <p:nvPr/>
        </p:nvCxnSpPr>
        <p:spPr>
          <a:xfrm>
            <a:off x="6965526" y="2484120"/>
            <a:ext cx="0" cy="6724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82F8EB5-C3DF-4ABF-A514-0D581FAF6194}"/>
              </a:ext>
            </a:extLst>
          </p:cNvPr>
          <p:cNvCxnSpPr>
            <a:cxnSpLocks/>
          </p:cNvCxnSpPr>
          <p:nvPr/>
        </p:nvCxnSpPr>
        <p:spPr>
          <a:xfrm>
            <a:off x="7392246" y="2441707"/>
            <a:ext cx="0" cy="7167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58CBB77B-59FF-4FDB-9F64-4FA70C7AD647}"/>
              </a:ext>
            </a:extLst>
          </p:cNvPr>
          <p:cNvCxnSpPr>
            <a:cxnSpLocks/>
          </p:cNvCxnSpPr>
          <p:nvPr/>
        </p:nvCxnSpPr>
        <p:spPr>
          <a:xfrm flipH="1">
            <a:off x="6965483" y="2442210"/>
            <a:ext cx="433537" cy="441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74F00BE0-B50F-4C54-9D0A-E5C91B8B9633}"/>
              </a:ext>
            </a:extLst>
          </p:cNvPr>
          <p:cNvCxnSpPr>
            <a:cxnSpLocks/>
          </p:cNvCxnSpPr>
          <p:nvPr/>
        </p:nvCxnSpPr>
        <p:spPr>
          <a:xfrm flipH="1" flipV="1">
            <a:off x="7007914" y="2484120"/>
            <a:ext cx="342072" cy="3231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CD459D35-20A4-4117-860B-1A452B63C4BB}"/>
              </a:ext>
            </a:extLst>
          </p:cNvPr>
          <p:cNvCxnSpPr>
            <a:cxnSpLocks/>
          </p:cNvCxnSpPr>
          <p:nvPr/>
        </p:nvCxnSpPr>
        <p:spPr>
          <a:xfrm>
            <a:off x="7349986" y="2516435"/>
            <a:ext cx="0" cy="6401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EEC889-FB98-4EFB-AE3D-0EB93F510C87}"/>
              </a:ext>
            </a:extLst>
          </p:cNvPr>
          <p:cNvGrpSpPr/>
          <p:nvPr/>
        </p:nvGrpSpPr>
        <p:grpSpPr>
          <a:xfrm>
            <a:off x="6993092" y="2616275"/>
            <a:ext cx="330732" cy="495369"/>
            <a:chOff x="7030573" y="2616275"/>
            <a:chExt cx="387780" cy="49536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423AC2A2-7877-4C76-BE8A-1B90F4BA73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616275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5A53DB9C-ECDC-425A-A585-6B0EF7FB7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0573" y="2770674"/>
              <a:ext cx="387780" cy="3663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7CA6FD11-83FC-49A8-A3D3-23071CB92A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1597" y="2931795"/>
              <a:ext cx="381817" cy="278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43627FD-BC21-4BB7-BDE2-83A5C1A1CC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3846" y="3086837"/>
              <a:ext cx="381936" cy="2480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5E6DF1F3-BEE5-4DC2-ADCF-7AD693496990}"/>
              </a:ext>
            </a:extLst>
          </p:cNvPr>
          <p:cNvGrpSpPr/>
          <p:nvPr/>
        </p:nvGrpSpPr>
        <p:grpSpPr>
          <a:xfrm>
            <a:off x="3212699" y="3687834"/>
            <a:ext cx="2135641" cy="2410487"/>
            <a:chOff x="8863452" y="3352940"/>
            <a:chExt cx="2135641" cy="2410487"/>
          </a:xfrm>
        </p:grpSpPr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7BAC1A72-CB31-4B95-B333-5ED0F537CA0B}"/>
                </a:ext>
              </a:extLst>
            </p:cNvPr>
            <p:cNvCxnSpPr>
              <a:cxnSpLocks/>
            </p:cNvCxnSpPr>
            <p:nvPr/>
          </p:nvCxnSpPr>
          <p:spPr>
            <a:xfrm>
              <a:off x="8874882" y="3461341"/>
              <a:ext cx="1890290" cy="2641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8CE46308-D303-4287-B0A0-5785768DE226}"/>
                </a:ext>
              </a:extLst>
            </p:cNvPr>
            <p:cNvCxnSpPr>
              <a:cxnSpLocks/>
            </p:cNvCxnSpPr>
            <p:nvPr/>
          </p:nvCxnSpPr>
          <p:spPr>
            <a:xfrm>
              <a:off x="8863452" y="5626217"/>
              <a:ext cx="1901720" cy="13721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C1DAD8F-F9F8-4ACA-AFD7-605FD3194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4882" y="3456157"/>
              <a:ext cx="0" cy="217093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4B575B8-4C9E-44F4-B08F-D16C78D44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4848" y="3491732"/>
              <a:ext cx="0" cy="22703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40C9D70-E420-4BE9-B50D-9033DA237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3452" y="3353452"/>
              <a:ext cx="478219" cy="11068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987FCF0-0FC4-4BA8-BFCB-0E4C2D931C07}"/>
                </a:ext>
              </a:extLst>
            </p:cNvPr>
            <p:cNvCxnSpPr>
              <a:cxnSpLocks/>
            </p:cNvCxnSpPr>
            <p:nvPr/>
          </p:nvCxnSpPr>
          <p:spPr>
            <a:xfrm>
              <a:off x="9333870" y="3352940"/>
              <a:ext cx="1658503" cy="3031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FEBEA75B-384F-4F4F-962F-71DCF3B20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9093" y="3385941"/>
              <a:ext cx="0" cy="22959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BD4BA29-0A58-4D19-B63E-90653A612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024" y="5677287"/>
              <a:ext cx="248673" cy="79147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EA140A1-022A-4490-89FD-7C08331DB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6744" y="3389564"/>
              <a:ext cx="259953" cy="10216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92FA4C2-2A51-4CD5-B94B-97AF052E2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0879" y="3739516"/>
              <a:ext cx="3415" cy="166253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E6B7D22D-46A5-4FF9-B662-016F47F3C22D}"/>
                </a:ext>
              </a:extLst>
            </p:cNvPr>
            <p:cNvCxnSpPr>
              <a:cxnSpLocks/>
            </p:cNvCxnSpPr>
            <p:nvPr/>
          </p:nvCxnSpPr>
          <p:spPr>
            <a:xfrm>
              <a:off x="9130699" y="5395576"/>
              <a:ext cx="1343650" cy="662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C5FDD99D-1AC7-4B29-A072-394E94D35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4349" y="3739346"/>
              <a:ext cx="0" cy="172658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EEC4FBE-89A1-4C6A-A38D-DA894ECBC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879" y="3739516"/>
              <a:ext cx="1352500" cy="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93165115-0F74-4F57-ADDC-CF7F4A3F2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5089" y="5303906"/>
              <a:ext cx="117384" cy="8456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8D19C19C-19C0-448D-B2BA-F3A8D84A23EC}"/>
              </a:ext>
            </a:extLst>
          </p:cNvPr>
          <p:cNvCxnSpPr>
            <a:cxnSpLocks/>
          </p:cNvCxnSpPr>
          <p:nvPr/>
        </p:nvCxnSpPr>
        <p:spPr>
          <a:xfrm>
            <a:off x="5514109" y="5597236"/>
            <a:ext cx="360218" cy="2039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7243D69F-240B-4EEF-934A-E55EECBF4D5E}"/>
              </a:ext>
            </a:extLst>
          </p:cNvPr>
          <p:cNvCxnSpPr>
            <a:cxnSpLocks/>
          </p:cNvCxnSpPr>
          <p:nvPr/>
        </p:nvCxnSpPr>
        <p:spPr>
          <a:xfrm>
            <a:off x="1253648" y="6099501"/>
            <a:ext cx="10381116" cy="6829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C6DC9CC-24CA-4C69-9DF9-CF5C2BB2733E}"/>
              </a:ext>
            </a:extLst>
          </p:cNvPr>
          <p:cNvCxnSpPr>
            <a:cxnSpLocks/>
          </p:cNvCxnSpPr>
          <p:nvPr/>
        </p:nvCxnSpPr>
        <p:spPr>
          <a:xfrm flipV="1">
            <a:off x="5517203" y="5544062"/>
            <a:ext cx="2689860" cy="500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EEE12D6-896D-4729-A6B6-79D75BD2AF5A}"/>
              </a:ext>
            </a:extLst>
          </p:cNvPr>
          <p:cNvCxnSpPr>
            <a:cxnSpLocks/>
          </p:cNvCxnSpPr>
          <p:nvPr/>
        </p:nvCxnSpPr>
        <p:spPr>
          <a:xfrm flipV="1">
            <a:off x="5513505" y="5425911"/>
            <a:ext cx="1310287" cy="2435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2DAAD25E-64E3-44D0-ACF9-7529FFF58C67}"/>
              </a:ext>
            </a:extLst>
          </p:cNvPr>
          <p:cNvCxnSpPr>
            <a:cxnSpLocks/>
          </p:cNvCxnSpPr>
          <p:nvPr/>
        </p:nvCxnSpPr>
        <p:spPr>
          <a:xfrm>
            <a:off x="6830831" y="5425911"/>
            <a:ext cx="1374327" cy="1045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7A273EEA-618E-4E8F-AF4F-89FD0AEB1D96}"/>
              </a:ext>
            </a:extLst>
          </p:cNvPr>
          <p:cNvGrpSpPr/>
          <p:nvPr/>
        </p:nvGrpSpPr>
        <p:grpSpPr>
          <a:xfrm>
            <a:off x="3666379" y="1633703"/>
            <a:ext cx="1516463" cy="1973990"/>
            <a:chOff x="3662365" y="1624555"/>
            <a:chExt cx="1516463" cy="1973990"/>
          </a:xfrm>
        </p:grpSpPr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EB51C09D-C8D7-411E-A410-A9C3C29FB874}"/>
                </a:ext>
              </a:extLst>
            </p:cNvPr>
            <p:cNvGrpSpPr/>
            <p:nvPr/>
          </p:nvGrpSpPr>
          <p:grpSpPr>
            <a:xfrm>
              <a:off x="3720501" y="1784574"/>
              <a:ext cx="186387" cy="1801906"/>
              <a:chOff x="9806989" y="1687551"/>
              <a:chExt cx="338052" cy="1901618"/>
            </a:xfrm>
          </p:grpSpPr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F267B448-BAF8-46B1-B659-97FF12EE9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F25D6312-8284-43FB-92AE-E99B268F6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C1BB06CC-50E6-4111-9474-E07F12242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Straight Connector 600">
                <a:extLst>
                  <a:ext uri="{FF2B5EF4-FFF2-40B4-BE49-F238E27FC236}">
                    <a16:creationId xmlns:a16="http://schemas.microsoft.com/office/drawing/2014/main" id="{4F047A54-2476-439B-902D-C768CC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Straight Connector 601">
                <a:extLst>
                  <a:ext uri="{FF2B5EF4-FFF2-40B4-BE49-F238E27FC236}">
                    <a16:creationId xmlns:a16="http://schemas.microsoft.com/office/drawing/2014/main" id="{7FFD36F8-0915-4653-82E2-87B354734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6" name="Group 605">
              <a:extLst>
                <a:ext uri="{FF2B5EF4-FFF2-40B4-BE49-F238E27FC236}">
                  <a16:creationId xmlns:a16="http://schemas.microsoft.com/office/drawing/2014/main" id="{F3D2D3A5-5CF4-4956-8A67-06A450B2B8F9}"/>
                </a:ext>
              </a:extLst>
            </p:cNvPr>
            <p:cNvGrpSpPr/>
            <p:nvPr/>
          </p:nvGrpSpPr>
          <p:grpSpPr>
            <a:xfrm>
              <a:off x="3965541" y="1754095"/>
              <a:ext cx="186387" cy="1837465"/>
              <a:chOff x="9806989" y="1687551"/>
              <a:chExt cx="338052" cy="1812065"/>
            </a:xfrm>
          </p:grpSpPr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A8421CD7-C76A-46D5-9515-FAC0EA3F9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58C02F1E-41BC-4F98-A555-3BD5942FBF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4401788A-DF0D-4EA8-AFB0-037BEEBC6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C62A68E4-09C8-4A08-98DE-770330E90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18154CBB-7240-441F-A13A-B1C7CD2800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EAD85C99-C2CB-4A4F-8E61-0B17638FDE99}"/>
                </a:ext>
              </a:extLst>
            </p:cNvPr>
            <p:cNvGrpSpPr/>
            <p:nvPr/>
          </p:nvGrpSpPr>
          <p:grpSpPr>
            <a:xfrm>
              <a:off x="4210581" y="1719804"/>
              <a:ext cx="186387" cy="1869215"/>
              <a:chOff x="9806989" y="1687551"/>
              <a:chExt cx="338052" cy="1853975"/>
            </a:xfrm>
          </p:grpSpPr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4B2E40E0-82F8-425B-A071-17D34839B7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4C5481AD-9FC3-44F6-A134-1273ABC8B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C54E5974-685B-4E1D-93FE-3B8643C7DB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C24FBB77-4713-4940-B999-5A0AF53E3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16">
                <a:extLst>
                  <a:ext uri="{FF2B5EF4-FFF2-40B4-BE49-F238E27FC236}">
                    <a16:creationId xmlns:a16="http://schemas.microsoft.com/office/drawing/2014/main" id="{E5E5B668-B567-4BCF-84FE-128D50415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8FA28A08-D53C-4304-BDA9-98D38046E097}"/>
                </a:ext>
              </a:extLst>
            </p:cNvPr>
            <p:cNvGrpSpPr/>
            <p:nvPr/>
          </p:nvGrpSpPr>
          <p:grpSpPr>
            <a:xfrm>
              <a:off x="4455621" y="1689325"/>
              <a:ext cx="186387" cy="1904775"/>
              <a:chOff x="9806989" y="1687551"/>
              <a:chExt cx="338052" cy="1884455"/>
            </a:xfrm>
          </p:grpSpPr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0D0D43CC-6EBF-47D4-B155-555DFED7A4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Straight Connector 619">
                <a:extLst>
                  <a:ext uri="{FF2B5EF4-FFF2-40B4-BE49-F238E27FC236}">
                    <a16:creationId xmlns:a16="http://schemas.microsoft.com/office/drawing/2014/main" id="{ACA267C4-0C87-41BA-812B-ED34006DF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D0A95007-8B8E-4538-B21B-F1B7EFE3A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621">
                <a:extLst>
                  <a:ext uri="{FF2B5EF4-FFF2-40B4-BE49-F238E27FC236}">
                    <a16:creationId xmlns:a16="http://schemas.microsoft.com/office/drawing/2014/main" id="{6B6A971E-5B7D-4868-BBCA-6B7D1389FD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622">
                <a:extLst>
                  <a:ext uri="{FF2B5EF4-FFF2-40B4-BE49-F238E27FC236}">
                    <a16:creationId xmlns:a16="http://schemas.microsoft.com/office/drawing/2014/main" id="{F7E31502-0640-4B01-877C-79886DB146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609ABE6D-6815-433D-8C77-FDF2D2190568}"/>
                </a:ext>
              </a:extLst>
            </p:cNvPr>
            <p:cNvGrpSpPr/>
            <p:nvPr/>
          </p:nvGrpSpPr>
          <p:grpSpPr>
            <a:xfrm>
              <a:off x="4700661" y="1655034"/>
              <a:ext cx="186387" cy="1937795"/>
              <a:chOff x="9806989" y="1687551"/>
              <a:chExt cx="338052" cy="1928270"/>
            </a:xfrm>
          </p:grpSpPr>
          <p:cxnSp>
            <p:nvCxnSpPr>
              <p:cNvPr id="625" name="Straight Connector 624">
                <a:extLst>
                  <a:ext uri="{FF2B5EF4-FFF2-40B4-BE49-F238E27FC236}">
                    <a16:creationId xmlns:a16="http://schemas.microsoft.com/office/drawing/2014/main" id="{D211B511-9BE2-4D7C-BECC-F9D617040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Straight Connector 625">
                <a:extLst>
                  <a:ext uri="{FF2B5EF4-FFF2-40B4-BE49-F238E27FC236}">
                    <a16:creationId xmlns:a16="http://schemas.microsoft.com/office/drawing/2014/main" id="{3760CCD7-7FCB-41AB-88A2-D94B1C414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978E176E-4885-43F2-B666-39BFBED8DF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4D7E0B33-CFC6-4295-B87B-752345DFA1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Connector 628">
                <a:extLst>
                  <a:ext uri="{FF2B5EF4-FFF2-40B4-BE49-F238E27FC236}">
                    <a16:creationId xmlns:a16="http://schemas.microsoft.com/office/drawing/2014/main" id="{49965B13-9F86-4B80-A42B-A1BF889C4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F166F114-3100-4CE2-9C45-4B171A75B6CE}"/>
                </a:ext>
              </a:extLst>
            </p:cNvPr>
            <p:cNvGrpSpPr/>
            <p:nvPr/>
          </p:nvGrpSpPr>
          <p:grpSpPr>
            <a:xfrm>
              <a:off x="4945699" y="1624555"/>
              <a:ext cx="186387" cy="1973990"/>
              <a:chOff x="9806989" y="1687551"/>
              <a:chExt cx="338052" cy="1973990"/>
            </a:xfrm>
          </p:grpSpPr>
          <p:cxnSp>
            <p:nvCxnSpPr>
              <p:cNvPr id="631" name="Straight Connector 630">
                <a:extLst>
                  <a:ext uri="{FF2B5EF4-FFF2-40B4-BE49-F238E27FC236}">
                    <a16:creationId xmlns:a16="http://schemas.microsoft.com/office/drawing/2014/main" id="{12071708-0222-467A-B0C9-F7BAF5B8C4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7018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470AF1F2-23B8-4A9B-8BF7-67F0CB95C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93983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D5246754-2066-4759-86EF-DC280CF489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92840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D576284F-AFDE-44DF-9335-F7A7EA20D0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7F171421-99D1-4E85-98FD-6E4FAF2A8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8F59B638-D573-4C94-A29D-3E51082C318A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5" y="3583305"/>
              <a:ext cx="1516463" cy="1299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92F98A3-646B-4463-A175-E136E47CF05A}"/>
              </a:ext>
            </a:extLst>
          </p:cNvPr>
          <p:cNvCxnSpPr>
            <a:cxnSpLocks/>
          </p:cNvCxnSpPr>
          <p:nvPr/>
        </p:nvCxnSpPr>
        <p:spPr>
          <a:xfrm>
            <a:off x="3909060" y="1860359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97A1EEF-43A1-4E2D-AA1C-758FEA595F7F}"/>
              </a:ext>
            </a:extLst>
          </p:cNvPr>
          <p:cNvCxnSpPr>
            <a:cxnSpLocks/>
          </p:cNvCxnSpPr>
          <p:nvPr/>
        </p:nvCxnSpPr>
        <p:spPr>
          <a:xfrm>
            <a:off x="4151771" y="187763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641BC73F-5A04-499A-9DD4-542B522F5B2B}"/>
              </a:ext>
            </a:extLst>
          </p:cNvPr>
          <p:cNvCxnSpPr>
            <a:cxnSpLocks/>
          </p:cNvCxnSpPr>
          <p:nvPr/>
        </p:nvCxnSpPr>
        <p:spPr>
          <a:xfrm>
            <a:off x="4400595" y="1894585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06D55DD-5D18-420E-9089-714B488DA789}"/>
              </a:ext>
            </a:extLst>
          </p:cNvPr>
          <p:cNvCxnSpPr>
            <a:cxnSpLocks/>
          </p:cNvCxnSpPr>
          <p:nvPr/>
        </p:nvCxnSpPr>
        <p:spPr>
          <a:xfrm>
            <a:off x="4645635" y="1913381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03412A8-A5B6-4CA2-90EF-95A39EA87972}"/>
              </a:ext>
            </a:extLst>
          </p:cNvPr>
          <p:cNvCxnSpPr>
            <a:cxnSpLocks/>
          </p:cNvCxnSpPr>
          <p:nvPr/>
        </p:nvCxnSpPr>
        <p:spPr>
          <a:xfrm>
            <a:off x="4890675" y="1928233"/>
            <a:ext cx="6317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A164CFB-78FF-4E33-B34B-15AF2D030B84}"/>
              </a:ext>
            </a:extLst>
          </p:cNvPr>
          <p:cNvCxnSpPr>
            <a:cxnSpLocks/>
          </p:cNvCxnSpPr>
          <p:nvPr/>
        </p:nvCxnSpPr>
        <p:spPr>
          <a:xfrm>
            <a:off x="5135713" y="1947346"/>
            <a:ext cx="4311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D0EFB1EC-35FC-498E-BCB2-9B9433A3D14A}"/>
              </a:ext>
            </a:extLst>
          </p:cNvPr>
          <p:cNvGrpSpPr/>
          <p:nvPr/>
        </p:nvGrpSpPr>
        <p:grpSpPr>
          <a:xfrm>
            <a:off x="3605316" y="4071248"/>
            <a:ext cx="1218889" cy="1684611"/>
            <a:chOff x="3605316" y="4071248"/>
            <a:chExt cx="1218889" cy="1684611"/>
          </a:xfrm>
        </p:grpSpPr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F9A146F0-7767-447F-8B64-837B985BE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36355" y="5479300"/>
              <a:ext cx="6320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12730767-2C0F-4D1D-B344-7B31D924D701}"/>
                </a:ext>
              </a:extLst>
            </p:cNvPr>
            <p:cNvGrpSpPr/>
            <p:nvPr/>
          </p:nvGrpSpPr>
          <p:grpSpPr>
            <a:xfrm rot="10800000" flipH="1">
              <a:off x="3605316" y="4075591"/>
              <a:ext cx="186387" cy="1634247"/>
              <a:chOff x="9806989" y="1687551"/>
              <a:chExt cx="338052" cy="1901618"/>
            </a:xfrm>
          </p:grpSpPr>
          <p:cxnSp>
            <p:nvCxnSpPr>
              <p:cNvPr id="442" name="Straight Connector 441">
                <a:extLst>
                  <a:ext uri="{FF2B5EF4-FFF2-40B4-BE49-F238E27FC236}">
                    <a16:creationId xmlns:a16="http://schemas.microsoft.com/office/drawing/2014/main" id="{DAABCCF3-DCEE-4F64-81FF-A0ECEE6323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016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1A4D2215-42CF-4B8F-9C19-55FDA8C8D1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67466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5FD90772-E0D4-4FC0-AEAB-C80E8A2FFC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5984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0F635445-71F4-4830-949A-D3CFF22C2B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9620FDAA-5CE7-4C03-AAA0-10054BF11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29D5BB26-7CA2-4667-AAF5-D0F4CA9172D5}"/>
                </a:ext>
              </a:extLst>
            </p:cNvPr>
            <p:cNvGrpSpPr/>
            <p:nvPr/>
          </p:nvGrpSpPr>
          <p:grpSpPr>
            <a:xfrm rot="10800000" flipH="1">
              <a:off x="3850356" y="4074239"/>
              <a:ext cx="186387" cy="1651209"/>
              <a:chOff x="9806989" y="1687551"/>
              <a:chExt cx="338052" cy="1812065"/>
            </a:xfrm>
          </p:grpSpPr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BE21D511-5132-49B0-BC8B-88CBF7C336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1206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D7F54DED-73F7-4269-B59F-95C0C5192E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77791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7BC5ACD4-3F26-4E57-B560-D77FCD227F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77029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Straight Connector 438">
                <a:extLst>
                  <a:ext uri="{FF2B5EF4-FFF2-40B4-BE49-F238E27FC236}">
                    <a16:creationId xmlns:a16="http://schemas.microsoft.com/office/drawing/2014/main" id="{BBAF3345-9C44-4646-A798-34D6475F76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12E064A4-7BFC-491F-9437-28A5DF8BF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23786F14-453E-4F72-B673-A0EFAB31C749}"/>
                </a:ext>
              </a:extLst>
            </p:cNvPr>
            <p:cNvGrpSpPr/>
            <p:nvPr/>
          </p:nvGrpSpPr>
          <p:grpSpPr>
            <a:xfrm rot="10800000" flipH="1">
              <a:off x="4095396" y="4074240"/>
              <a:ext cx="186387" cy="1658102"/>
              <a:chOff x="9806989" y="1687551"/>
              <a:chExt cx="338052" cy="1853975"/>
            </a:xfrm>
          </p:grpSpPr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1976C201-436A-4369-972D-69EA3AAC6F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5397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A9BC74A4-0C13-47B9-8304-FA527C3425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4"/>
                <a:ext cx="0" cy="181982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D8C73E44-3782-4627-A158-51FDBB0D6B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1220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5CBCFBBB-67FF-46F1-ACAC-B14449D531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FD295BBA-5C79-499B-9835-CDEE7DEE5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A6FA6AE4-49E0-4662-9AAE-152A0B0EABEE}"/>
                </a:ext>
              </a:extLst>
            </p:cNvPr>
            <p:cNvGrpSpPr/>
            <p:nvPr/>
          </p:nvGrpSpPr>
          <p:grpSpPr>
            <a:xfrm rot="10800000" flipH="1">
              <a:off x="4340436" y="4071248"/>
              <a:ext cx="186387" cy="1676701"/>
              <a:chOff x="9806989" y="1687551"/>
              <a:chExt cx="338052" cy="1884455"/>
            </a:xfrm>
          </p:grpSpPr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8ED5534F-E28F-4E1E-BFC4-EA7CB1F2DC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884455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189A3F65-4F2C-4608-BE75-24E6C876BC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50303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8684D3DC-83BE-47A1-AE42-1C16BC8C67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42684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73E676DA-BCF7-4D52-8478-D89BFB23E8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D5580B5C-88F0-48E7-9200-41E850543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8" name="Group 407">
              <a:extLst>
                <a:ext uri="{FF2B5EF4-FFF2-40B4-BE49-F238E27FC236}">
                  <a16:creationId xmlns:a16="http://schemas.microsoft.com/office/drawing/2014/main" id="{2509171F-CFD1-4BBA-9A48-3C33C06B3843}"/>
                </a:ext>
              </a:extLst>
            </p:cNvPr>
            <p:cNvGrpSpPr/>
            <p:nvPr/>
          </p:nvGrpSpPr>
          <p:grpSpPr>
            <a:xfrm rot="10800000" flipH="1">
              <a:off x="4585476" y="4076219"/>
              <a:ext cx="186387" cy="1679640"/>
              <a:chOff x="9806989" y="1687551"/>
              <a:chExt cx="338052" cy="1928270"/>
            </a:xfrm>
          </p:grpSpPr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7C96E068-E9A9-449E-8393-6DAD9001E7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666" y="1687551"/>
                <a:ext cx="0" cy="192827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E23B442F-B5FE-4C9C-BE34-DDADB8A0C1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44339" y="1721703"/>
                <a:ext cx="0" cy="1894118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703E829A-F5A8-46A0-A8B6-233B149F9C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729322"/>
                <a:ext cx="0" cy="1886499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7730CFF7-4233-4890-8CA6-1E0837478C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6989" y="1693452"/>
                <a:ext cx="169656" cy="35871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1F3C0CFD-C862-4E11-A5E3-7844B717F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6645" y="1693164"/>
                <a:ext cx="168396" cy="32402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171E248D-D605-46DD-B5AF-795DF4529AC6}"/>
                </a:ext>
              </a:extLst>
            </p:cNvPr>
            <p:cNvCxnSpPr>
              <a:cxnSpLocks/>
            </p:cNvCxnSpPr>
            <p:nvPr/>
          </p:nvCxnSpPr>
          <p:spPr>
            <a:xfrm>
              <a:off x="4285205" y="566090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82782FB-985F-495B-84B7-D06210D42159}"/>
                </a:ext>
              </a:extLst>
            </p:cNvPr>
            <p:cNvCxnSpPr>
              <a:cxnSpLocks/>
            </p:cNvCxnSpPr>
            <p:nvPr/>
          </p:nvCxnSpPr>
          <p:spPr>
            <a:xfrm>
              <a:off x="4038260" y="5662814"/>
              <a:ext cx="544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688019A-C1A4-4013-9405-40615D946F85}"/>
                </a:ext>
              </a:extLst>
            </p:cNvPr>
            <p:cNvCxnSpPr>
              <a:cxnSpLocks/>
            </p:cNvCxnSpPr>
            <p:nvPr/>
          </p:nvCxnSpPr>
          <p:spPr>
            <a:xfrm>
              <a:off x="3793220" y="5662814"/>
              <a:ext cx="556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BF69F7CB-27D7-4F8E-B4FB-D540FB671174}"/>
                </a:ext>
              </a:extLst>
            </p:cNvPr>
            <p:cNvCxnSpPr>
              <a:cxnSpLocks/>
            </p:cNvCxnSpPr>
            <p:nvPr/>
          </p:nvCxnSpPr>
          <p:spPr>
            <a:xfrm>
              <a:off x="4285205" y="552755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83C2EB6A-563A-4114-9F92-DC40D929296C}"/>
                </a:ext>
              </a:extLst>
            </p:cNvPr>
            <p:cNvCxnSpPr>
              <a:cxnSpLocks/>
            </p:cNvCxnSpPr>
            <p:nvPr/>
          </p:nvCxnSpPr>
          <p:spPr>
            <a:xfrm>
              <a:off x="4040165" y="5514224"/>
              <a:ext cx="544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E3355776-75A4-4895-8608-9EF483128475}"/>
                </a:ext>
              </a:extLst>
            </p:cNvPr>
            <p:cNvCxnSpPr>
              <a:cxnSpLocks/>
            </p:cNvCxnSpPr>
            <p:nvPr/>
          </p:nvCxnSpPr>
          <p:spPr>
            <a:xfrm>
              <a:off x="3795125" y="5504699"/>
              <a:ext cx="556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E74B0F0B-6A34-4675-B795-35DD2821AB53}"/>
                </a:ext>
              </a:extLst>
            </p:cNvPr>
            <p:cNvCxnSpPr>
              <a:cxnSpLocks/>
            </p:cNvCxnSpPr>
            <p:nvPr/>
          </p:nvCxnSpPr>
          <p:spPr>
            <a:xfrm>
              <a:off x="4529045" y="5538989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1737B6AE-DD79-4967-AD2C-10BDA48D91E3}"/>
                </a:ext>
              </a:extLst>
            </p:cNvPr>
            <p:cNvCxnSpPr>
              <a:cxnSpLocks/>
            </p:cNvCxnSpPr>
            <p:nvPr/>
          </p:nvCxnSpPr>
          <p:spPr>
            <a:xfrm>
              <a:off x="4770980" y="5552324"/>
              <a:ext cx="5322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7F919B2A-0127-4348-9297-8231C406E0DC}"/>
                </a:ext>
              </a:extLst>
            </p:cNvPr>
            <p:cNvCxnSpPr>
              <a:cxnSpLocks/>
            </p:cNvCxnSpPr>
            <p:nvPr/>
          </p:nvCxnSpPr>
          <p:spPr>
            <a:xfrm>
              <a:off x="4280562" y="5471526"/>
              <a:ext cx="57868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01CB4BF-7557-443A-9448-55FB87F779AA}"/>
                </a:ext>
              </a:extLst>
            </p:cNvPr>
            <p:cNvCxnSpPr>
              <a:cxnSpLocks/>
            </p:cNvCxnSpPr>
            <p:nvPr/>
          </p:nvCxnSpPr>
          <p:spPr>
            <a:xfrm>
              <a:off x="4772547" y="5463897"/>
              <a:ext cx="49144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64D0EDDB-B046-4DEF-BDF5-36052C205E26}"/>
                </a:ext>
              </a:extLst>
            </p:cNvPr>
            <p:cNvCxnSpPr>
              <a:cxnSpLocks/>
            </p:cNvCxnSpPr>
            <p:nvPr/>
          </p:nvCxnSpPr>
          <p:spPr>
            <a:xfrm>
              <a:off x="4528887" y="5471526"/>
              <a:ext cx="53383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2E077ADF-8DAD-481D-A2BF-1B8FDC54271C}"/>
                </a:ext>
              </a:extLst>
            </p:cNvPr>
            <p:cNvCxnSpPr>
              <a:cxnSpLocks/>
            </p:cNvCxnSpPr>
            <p:nvPr/>
          </p:nvCxnSpPr>
          <p:spPr>
            <a:xfrm>
              <a:off x="3788140" y="5481758"/>
              <a:ext cx="6221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954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079E55-6971-4C8D-A0D7-7274C2E95D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8" t="4104"/>
          <a:stretch/>
        </p:blipFill>
        <p:spPr>
          <a:xfrm>
            <a:off x="3108960" y="1026159"/>
            <a:ext cx="6081028" cy="50205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8D67E0-55E0-499F-92F2-6503B8FD6B5A}"/>
              </a:ext>
            </a:extLst>
          </p:cNvPr>
          <p:cNvSpPr/>
          <p:nvPr/>
        </p:nvSpPr>
        <p:spPr>
          <a:xfrm>
            <a:off x="3467100" y="1026158"/>
            <a:ext cx="1132840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4C705-8679-4B3B-B626-97E392A103A5}"/>
              </a:ext>
            </a:extLst>
          </p:cNvPr>
          <p:cNvSpPr/>
          <p:nvPr/>
        </p:nvSpPr>
        <p:spPr>
          <a:xfrm>
            <a:off x="4958080" y="772157"/>
            <a:ext cx="4469144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29461A-08C5-45EE-81B5-4D0AA1881F1E}"/>
              </a:ext>
            </a:extLst>
          </p:cNvPr>
          <p:cNvSpPr/>
          <p:nvPr/>
        </p:nvSpPr>
        <p:spPr>
          <a:xfrm rot="5400000">
            <a:off x="7313943" y="2885439"/>
            <a:ext cx="3972560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527B06-E444-466A-B6A0-3D5D65EEFC29}"/>
              </a:ext>
            </a:extLst>
          </p:cNvPr>
          <p:cNvSpPr/>
          <p:nvPr/>
        </p:nvSpPr>
        <p:spPr>
          <a:xfrm>
            <a:off x="9182747" y="949958"/>
            <a:ext cx="235573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5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0E1501-979F-4984-BEB2-098C8DFBE2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8"/>
          <a:stretch/>
        </p:blipFill>
        <p:spPr>
          <a:xfrm>
            <a:off x="2505147" y="1026158"/>
            <a:ext cx="6629975" cy="50595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8D67E0-55E0-499F-92F2-6503B8FD6B5A}"/>
              </a:ext>
            </a:extLst>
          </p:cNvPr>
          <p:cNvSpPr/>
          <p:nvPr/>
        </p:nvSpPr>
        <p:spPr>
          <a:xfrm>
            <a:off x="3467100" y="1026158"/>
            <a:ext cx="1132840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29461A-08C5-45EE-81B5-4D0AA1881F1E}"/>
              </a:ext>
            </a:extLst>
          </p:cNvPr>
          <p:cNvSpPr/>
          <p:nvPr/>
        </p:nvSpPr>
        <p:spPr>
          <a:xfrm rot="5400000">
            <a:off x="8869384" y="1720545"/>
            <a:ext cx="754996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6924C-4484-4D68-83A3-13193D84001B}"/>
              </a:ext>
            </a:extLst>
          </p:cNvPr>
          <p:cNvSpPr/>
          <p:nvPr/>
        </p:nvSpPr>
        <p:spPr>
          <a:xfrm>
            <a:off x="7253012" y="775264"/>
            <a:ext cx="1593808" cy="254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E2DC3-A70D-4EC3-9E4D-011C17162436}"/>
              </a:ext>
            </a:extLst>
          </p:cNvPr>
          <p:cNvSpPr/>
          <p:nvPr/>
        </p:nvSpPr>
        <p:spPr>
          <a:xfrm>
            <a:off x="4914900" y="3779520"/>
            <a:ext cx="769620" cy="693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1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6157</TotalTime>
  <Words>11</Words>
  <Application>Microsoft Office PowerPoint</Application>
  <PresentationFormat>Widescreen</PresentationFormat>
  <Paragraphs>11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Unnikrishnan (Cognizant)</dc:creator>
  <cp:lastModifiedBy>Pillai, Unnikrishnan (Cognizant)</cp:lastModifiedBy>
  <cp:revision>156</cp:revision>
  <dcterms:created xsi:type="dcterms:W3CDTF">2021-09-12T05:25:08Z</dcterms:created>
  <dcterms:modified xsi:type="dcterms:W3CDTF">2021-11-13T12:58:02Z</dcterms:modified>
</cp:coreProperties>
</file>